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标题幻灯片">
    <p:spTree>
      <p:nvGrpSpPr>
        <p:cNvPr id="1" name=""/>
        <p:cNvGrpSpPr/>
        <p:nvPr/>
      </p:nvGrpSpPr>
      <p:grpSpPr>
        <a:xfrm>
          <a:off x="0" y="0"/>
          <a:ext cx="0" cy="0"/>
          <a:chOff x="0" y="0"/>
          <a:chExt cx="0" cy="0"/>
        </a:xfrm>
      </p:grpSpPr>
      <p:sp>
        <p:nvSpPr>
          <p:cNvPr id="9" name="PlaceHolder 1"/>
          <p:cNvSpPr>
            <a:spLocks noGrp="1"/>
          </p:cNvSpPr>
          <p:nvPr>
            <p:ph type="title"/>
          </p:nvPr>
        </p:nvSpPr>
        <p:spPr>
          <a:xfrm>
            <a:off x="253080" y="1123920"/>
            <a:ext cx="2946960" cy="4600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orbel"/>
            </a:endParaRPr>
          </a:p>
        </p:txBody>
      </p:sp>
      <p:sp>
        <p:nvSpPr>
          <p:cNvPr id="10" name="PlaceHolder 2"/>
          <p:cNvSpPr>
            <a:spLocks noGrp="1"/>
          </p:cNvSpPr>
          <p:nvPr>
            <p:ph type="subTitle"/>
          </p:nvPr>
        </p:nvSpPr>
        <p:spPr>
          <a:xfrm>
            <a:off x="3869280" y="864000"/>
            <a:ext cx="7314840" cy="5120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24A5684-C5F0-4C96-90CC-A43A539AE60D}"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标题和竖排文字">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55A1A2EB-80C5-4604-A524-846D11FE1A05}"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竖排标题与文本">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FE8F87B3-55BA-4741-A081-89FC02FD1C6F}"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标题和内容">
    <p:spTree>
      <p:nvGrpSpPr>
        <p:cNvPr id="1" name=""/>
        <p:cNvGrpSpPr/>
        <p:nvPr/>
      </p:nvGrpSpPr>
      <p:grpSpPr>
        <a:xfrm>
          <a:off x="0" y="0"/>
          <a:ext cx="0" cy="0"/>
          <a:chOff x="0" y="0"/>
          <a:chExt cx="0" cy="0"/>
        </a:xfrm>
      </p:grpSpPr>
      <p:sp>
        <p:nvSpPr>
          <p:cNvPr id="32" name="PlaceHolder 1"/>
          <p:cNvSpPr>
            <a:spLocks noGrp="1"/>
          </p:cNvSpPr>
          <p:nvPr>
            <p:ph type="title"/>
          </p:nvPr>
        </p:nvSpPr>
        <p:spPr>
          <a:xfrm>
            <a:off x="253080" y="1123920"/>
            <a:ext cx="2946960" cy="4600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orbel"/>
            </a:endParaRPr>
          </a:p>
        </p:txBody>
      </p:sp>
      <p:sp>
        <p:nvSpPr>
          <p:cNvPr id="33" name="PlaceHolder 2"/>
          <p:cNvSpPr>
            <a:spLocks noGrp="1"/>
          </p:cNvSpPr>
          <p:nvPr>
            <p:ph/>
          </p:nvPr>
        </p:nvSpPr>
        <p:spPr>
          <a:xfrm>
            <a:off x="3869280" y="864000"/>
            <a:ext cx="7314840" cy="5120280"/>
          </a:xfrm>
          <a:prstGeom prst="rect">
            <a:avLst/>
          </a:prstGeom>
          <a:noFill/>
          <a:ln w="0">
            <a:noFill/>
          </a:ln>
        </p:spPr>
        <p:txBody>
          <a:bodyPr lIns="0" rIns="0" tIns="0" bIns="0" anchor="t">
            <a:normAutofit/>
          </a:bodyPr>
          <a:p>
            <a:pPr indent="0">
              <a:lnSpc>
                <a:spcPct val="90000"/>
              </a:lnSpc>
              <a:spcBef>
                <a:spcPts val="1417"/>
              </a:spcBef>
              <a:buNone/>
            </a:pPr>
            <a:endParaRPr b="0" lang="en-US" sz="2000" spc="-1" strike="noStrike">
              <a:solidFill>
                <a:schemeClr val="dk1">
                  <a:lumMod val="65000"/>
                  <a:lumOff val="35000"/>
                </a:schemeClr>
              </a:solidFill>
              <a:latin typeface="Corbe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18DA761F-6700-40E3-93CD-05F2E0DE1A55}"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节标题">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1696AD52-C7E1-412F-80EB-E489D90B278C}"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两栏内容">
    <p:spTree>
      <p:nvGrpSpPr>
        <p:cNvPr id="1" name=""/>
        <p:cNvGrpSpPr/>
        <p:nvPr/>
      </p:nvGrpSpPr>
      <p:grpSpPr>
        <a:xfrm>
          <a:off x="0" y="0"/>
          <a:ext cx="0" cy="0"/>
          <a:chOff x="0" y="0"/>
          <a:chExt cx="0" cy="0"/>
        </a:xfrm>
      </p:grpSpPr>
      <p:sp>
        <p:nvSpPr>
          <p:cNvPr id="49" name="PlaceHolder 1"/>
          <p:cNvSpPr>
            <a:spLocks noGrp="1"/>
          </p:cNvSpPr>
          <p:nvPr>
            <p:ph type="title"/>
          </p:nvPr>
        </p:nvSpPr>
        <p:spPr>
          <a:xfrm>
            <a:off x="253080" y="1123920"/>
            <a:ext cx="2946960" cy="4600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orbel"/>
            </a:endParaRPr>
          </a:p>
        </p:txBody>
      </p:sp>
      <p:sp>
        <p:nvSpPr>
          <p:cNvPr id="50" name="PlaceHolder 2"/>
          <p:cNvSpPr>
            <a:spLocks noGrp="1"/>
          </p:cNvSpPr>
          <p:nvPr>
            <p:ph/>
          </p:nvPr>
        </p:nvSpPr>
        <p:spPr>
          <a:xfrm>
            <a:off x="3869280" y="864000"/>
            <a:ext cx="3569400" cy="5120280"/>
          </a:xfrm>
          <a:prstGeom prst="rect">
            <a:avLst/>
          </a:prstGeom>
          <a:noFill/>
          <a:ln w="0">
            <a:noFill/>
          </a:ln>
        </p:spPr>
        <p:txBody>
          <a:bodyPr lIns="0" rIns="0" tIns="0" bIns="0" anchor="t">
            <a:normAutofit/>
          </a:bodyPr>
          <a:p>
            <a:pPr indent="0">
              <a:lnSpc>
                <a:spcPct val="90000"/>
              </a:lnSpc>
              <a:spcBef>
                <a:spcPts val="1417"/>
              </a:spcBef>
              <a:buNone/>
            </a:pPr>
            <a:endParaRPr b="0" lang="en-US" sz="2000" spc="-1" strike="noStrike">
              <a:solidFill>
                <a:schemeClr val="dk1">
                  <a:lumMod val="65000"/>
                  <a:lumOff val="35000"/>
                </a:schemeClr>
              </a:solidFill>
              <a:latin typeface="Corbel"/>
            </a:endParaRPr>
          </a:p>
        </p:txBody>
      </p:sp>
      <p:sp>
        <p:nvSpPr>
          <p:cNvPr id="51" name="PlaceHolder 3"/>
          <p:cNvSpPr>
            <a:spLocks noGrp="1"/>
          </p:cNvSpPr>
          <p:nvPr>
            <p:ph/>
          </p:nvPr>
        </p:nvSpPr>
        <p:spPr>
          <a:xfrm>
            <a:off x="7617600" y="864000"/>
            <a:ext cx="3569400" cy="5120280"/>
          </a:xfrm>
          <a:prstGeom prst="rect">
            <a:avLst/>
          </a:prstGeom>
          <a:noFill/>
          <a:ln w="0">
            <a:noFill/>
          </a:ln>
        </p:spPr>
        <p:txBody>
          <a:bodyPr lIns="0" rIns="0" tIns="0" bIns="0" anchor="t">
            <a:normAutofit/>
          </a:bodyPr>
          <a:p>
            <a:pPr indent="0">
              <a:lnSpc>
                <a:spcPct val="90000"/>
              </a:lnSpc>
              <a:spcBef>
                <a:spcPts val="1417"/>
              </a:spcBef>
              <a:buNone/>
            </a:pPr>
            <a:endParaRPr b="0" lang="en-US" sz="2000" spc="-1" strike="noStrike">
              <a:solidFill>
                <a:schemeClr val="dk1">
                  <a:lumMod val="65000"/>
                  <a:lumOff val="35000"/>
                </a:schemeClr>
              </a:solidFill>
              <a:latin typeface="Corbel"/>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89B6CC61-253C-4560-BB0B-1798D8038D65}"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比较">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C8AA5368-D030-45C5-B86B-3B60DD8B619C}"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仅标题">
    <p:spTree>
      <p:nvGrpSpPr>
        <p:cNvPr id="1" name=""/>
        <p:cNvGrpSpPr/>
        <p:nvPr/>
      </p:nvGrpSpPr>
      <p:grpSpPr>
        <a:xfrm>
          <a:off x="0" y="0"/>
          <a:ext cx="0" cy="0"/>
          <a:chOff x="0" y="0"/>
          <a:chExt cx="0" cy="0"/>
        </a:xfrm>
      </p:grpSpPr>
      <p:sp>
        <p:nvSpPr>
          <p:cNvPr id="68" name="PlaceHolder 1"/>
          <p:cNvSpPr>
            <a:spLocks noGrp="1"/>
          </p:cNvSpPr>
          <p:nvPr>
            <p:ph type="title"/>
          </p:nvPr>
        </p:nvSpPr>
        <p:spPr>
          <a:xfrm>
            <a:off x="253080" y="1123920"/>
            <a:ext cx="2946960" cy="4600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orbel"/>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4A69BBDD-9B1F-41A2-B179-EB91D7F3C43A}"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空白">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41F66623-B89A-4799-AD84-415C0C362593}"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容与标题">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8FB87824-A872-4DC6-A4A0-B794F9F55D40}"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图片与标题">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F45125AA-3087-4B36-AFDC-313FDAC2EF4B}"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6" hidden="1"/>
          <p:cNvSpPr/>
          <p:nvPr/>
        </p:nvSpPr>
        <p:spPr>
          <a:xfrm>
            <a:off x="0" y="758880"/>
            <a:ext cx="3443400" cy="5330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 name="Rectangle 37" hidden="1"/>
          <p:cNvSpPr/>
          <p:nvPr/>
        </p:nvSpPr>
        <p:spPr>
          <a:xfrm>
            <a:off x="11815920" y="758880"/>
            <a:ext cx="383760" cy="533052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 name="Rectangle 6"/>
          <p:cNvSpPr/>
          <p:nvPr/>
        </p:nvSpPr>
        <p:spPr>
          <a:xfrm>
            <a:off x="0" y="762120"/>
            <a:ext cx="9141120" cy="5333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 name="Rectangle 7"/>
          <p:cNvSpPr/>
          <p:nvPr/>
        </p:nvSpPr>
        <p:spPr>
          <a:xfrm>
            <a:off x="9270360" y="762120"/>
            <a:ext cx="2925000" cy="533376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4" name="PlaceHolder 1"/>
          <p:cNvSpPr>
            <a:spLocks noGrp="1"/>
          </p:cNvSpPr>
          <p:nvPr>
            <p:ph type="title"/>
          </p:nvPr>
        </p:nvSpPr>
        <p:spPr>
          <a:xfrm>
            <a:off x="1069920" y="1298520"/>
            <a:ext cx="7314840" cy="3254760"/>
          </a:xfrm>
          <a:prstGeom prst="rect">
            <a:avLst/>
          </a:prstGeom>
          <a:noFill/>
          <a:ln w="0">
            <a:noFill/>
          </a:ln>
        </p:spPr>
        <p:txBody>
          <a:bodyPr lIns="91440" rIns="91440" tIns="45720" bIns="45720" anchor="b">
            <a:normAutofit/>
          </a:bodyPr>
          <a:p>
            <a:pPr indent="0" defTabSz="914400">
              <a:lnSpc>
                <a:spcPct val="90000"/>
              </a:lnSpc>
              <a:buNone/>
            </a:pPr>
            <a:r>
              <a:rPr b="0" lang="zh-CN" sz="5900" spc="-100" strike="noStrike">
                <a:solidFill>
                  <a:srgbClr val="ffffff"/>
                </a:solidFill>
                <a:latin typeface="Corbel"/>
              </a:rPr>
              <a:t>单击此处编辑母版标题样式</a:t>
            </a:r>
            <a:endParaRPr b="0" lang="en-US" sz="5900" spc="-1" strike="noStrike">
              <a:solidFill>
                <a:schemeClr val="dk1"/>
              </a:solidFill>
              <a:latin typeface="Corbel"/>
            </a:endParaRPr>
          </a:p>
        </p:txBody>
      </p:sp>
      <p:sp>
        <p:nvSpPr>
          <p:cNvPr id="5" name="PlaceHolder 2"/>
          <p:cNvSpPr>
            <a:spLocks noGrp="1"/>
          </p:cNvSpPr>
          <p:nvPr>
            <p:ph type="dt" idx="1"/>
          </p:nvPr>
        </p:nvSpPr>
        <p:spPr>
          <a:xfrm>
            <a:off x="26244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100" spc="-1" strike="noStrike">
                <a:solidFill>
                  <a:schemeClr val="dk1">
                    <a:lumMod val="50000"/>
                    <a:lumOff val="50000"/>
                  </a:schemeClr>
                </a:solidFill>
                <a:latin typeface="Corbel"/>
              </a:defRPr>
            </a:lvl1pPr>
          </a:lstStyle>
          <a:p>
            <a:pPr indent="0" defTabSz="457200">
              <a:lnSpc>
                <a:spcPct val="100000"/>
              </a:lnSpc>
              <a:buNone/>
            </a:pPr>
            <a:r>
              <a:rPr b="0" lang="en-US" sz="1100" spc="-1" strike="noStrike">
                <a:solidFill>
                  <a:schemeClr val="dk1">
                    <a:lumMod val="50000"/>
                    <a:lumOff val="50000"/>
                  </a:schemeClr>
                </a:solidFill>
                <a:latin typeface="Corbel"/>
              </a:rPr>
              <a:t>&lt;date/time&gt;</a:t>
            </a:r>
            <a:endParaRPr b="0" lang="en-US" sz="1100" spc="-1" strike="noStrike">
              <a:solidFill>
                <a:srgbClr val="000000"/>
              </a:solidFill>
              <a:latin typeface="Times New Roman"/>
            </a:endParaRPr>
          </a:p>
        </p:txBody>
      </p:sp>
      <p:sp>
        <p:nvSpPr>
          <p:cNvPr id="6" name="PlaceHolder 3"/>
          <p:cNvSpPr>
            <a:spLocks noGrp="1"/>
          </p:cNvSpPr>
          <p:nvPr>
            <p:ph type="ftr" idx="2"/>
          </p:nvPr>
        </p:nvSpPr>
        <p:spPr>
          <a:xfrm>
            <a:off x="3869280" y="6356520"/>
            <a:ext cx="591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4"/>
          <p:cNvSpPr>
            <a:spLocks noGrp="1"/>
          </p:cNvSpPr>
          <p:nvPr>
            <p:ph type="sldNum" idx="3"/>
          </p:nvPr>
        </p:nvSpPr>
        <p:spPr>
          <a:xfrm>
            <a:off x="10634040" y="6356520"/>
            <a:ext cx="1530720" cy="364680"/>
          </a:xfrm>
          <a:prstGeom prst="rect">
            <a:avLst/>
          </a:prstGeom>
          <a:noFill/>
          <a:ln w="0">
            <a:noFill/>
          </a:ln>
        </p:spPr>
        <p:txBody>
          <a:bodyPr lIns="91440" rIns="91440" tIns="45720" bIns="45720" anchor="ctr">
            <a:noAutofit/>
          </a:bodyPr>
          <a:lstStyle>
            <a:lvl1pPr indent="0" algn="r" defTabSz="457200">
              <a:lnSpc>
                <a:spcPct val="100000"/>
              </a:lnSpc>
              <a:buNone/>
              <a:defRPr b="1" lang="en-US" sz="1200" spc="-1" strike="noStrike">
                <a:solidFill>
                  <a:schemeClr val="accent1"/>
                </a:solidFill>
                <a:latin typeface="Corbel"/>
              </a:defRPr>
            </a:lvl1pPr>
          </a:lstStyle>
          <a:p>
            <a:pPr indent="0" algn="r" defTabSz="457200">
              <a:lnSpc>
                <a:spcPct val="100000"/>
              </a:lnSpc>
              <a:buNone/>
            </a:pPr>
            <a:fld id="{5A5CE49D-045F-479F-AC3B-36517D2881C4}" type="slidenum">
              <a:rPr b="1" lang="en-US" sz="1200" spc="-1" strike="noStrike">
                <a:solidFill>
                  <a:schemeClr val="accent1"/>
                </a:solidFill>
                <a:latin typeface="Corbel"/>
              </a:rPr>
              <a:t>&lt;number&gt;</a:t>
            </a:fld>
            <a:endParaRPr b="0" lang="en-US" sz="1200" spc="-1" strike="noStrike">
              <a:solidFill>
                <a:srgbClr val="000000"/>
              </a:solidFill>
              <a:latin typeface="Times New Roman"/>
            </a:endParaRPr>
          </a:p>
        </p:txBody>
      </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000" spc="-1" strike="noStrike">
                <a:solidFill>
                  <a:schemeClr val="dk1">
                    <a:lumMod val="65000"/>
                    <a:lumOff val="35000"/>
                  </a:schemeClr>
                </a:solidFill>
                <a:latin typeface="Corbel"/>
              </a:rPr>
              <a:t>Click to edit the outline text format</a:t>
            </a:r>
            <a:endParaRPr b="0" lang="en-US" sz="2000" spc="-1" strike="noStrike">
              <a:solidFill>
                <a:schemeClr val="dk1">
                  <a:lumMod val="65000"/>
                  <a:lumOff val="35000"/>
                </a:schemeClr>
              </a:solidFill>
              <a:latin typeface="Corbel"/>
            </a:endParaRPr>
          </a:p>
          <a:p>
            <a:pPr lvl="1" marL="864000" indent="-324000">
              <a:lnSpc>
                <a:spcPct val="90000"/>
              </a:lnSpc>
              <a:spcBef>
                <a:spcPts val="1134"/>
              </a:spcBef>
              <a:buClr>
                <a:srgbClr val="000000"/>
              </a:buClr>
              <a:buSzPct val="75000"/>
              <a:buFont typeface="Symbol" charset="2"/>
              <a:buChar char=""/>
            </a:pPr>
            <a:r>
              <a:rPr b="0" lang="en-US" sz="1600" spc="-1" strike="noStrike">
                <a:solidFill>
                  <a:schemeClr val="dk1">
                    <a:lumMod val="65000"/>
                    <a:lumOff val="35000"/>
                  </a:schemeClr>
                </a:solidFill>
                <a:latin typeface="Corbel"/>
              </a:rPr>
              <a:t>Second Outline Level</a:t>
            </a:r>
            <a:endParaRPr b="0" lang="en-US" sz="1600" spc="-1" strike="noStrike">
              <a:solidFill>
                <a:schemeClr val="dk1">
                  <a:lumMod val="65000"/>
                  <a:lumOff val="35000"/>
                </a:schemeClr>
              </a:solidFill>
              <a:latin typeface="Corbel"/>
            </a:endParaRPr>
          </a:p>
          <a:p>
            <a:pPr lvl="2" marL="1296000" indent="-288000">
              <a:lnSpc>
                <a:spcPct val="90000"/>
              </a:lnSpc>
              <a:spcBef>
                <a:spcPts val="850"/>
              </a:spcBef>
              <a:buClr>
                <a:srgbClr val="000000"/>
              </a:buClr>
              <a:buSzPct val="45000"/>
              <a:buFont typeface="Wingdings" charset="2"/>
              <a:buChar char=""/>
            </a:pPr>
            <a:r>
              <a:rPr b="0" lang="en-US" sz="1400" spc="-1" strike="noStrike">
                <a:solidFill>
                  <a:schemeClr val="dk1">
                    <a:lumMod val="65000"/>
                    <a:lumOff val="35000"/>
                  </a:schemeClr>
                </a:solidFill>
                <a:latin typeface="Corbel"/>
              </a:rPr>
              <a:t>Third Outline Level</a:t>
            </a:r>
            <a:endParaRPr b="0" lang="en-US" sz="1400" spc="-1" strike="noStrike">
              <a:solidFill>
                <a:schemeClr val="dk1">
                  <a:lumMod val="65000"/>
                  <a:lumOff val="35000"/>
                </a:schemeClr>
              </a:solidFill>
              <a:latin typeface="Corbel"/>
            </a:endParaRPr>
          </a:p>
          <a:p>
            <a:pPr lvl="3" marL="1728000" indent="-216000">
              <a:lnSpc>
                <a:spcPct val="90000"/>
              </a:lnSpc>
              <a:spcBef>
                <a:spcPts val="567"/>
              </a:spcBef>
              <a:buClr>
                <a:srgbClr val="000000"/>
              </a:buClr>
              <a:buSzPct val="75000"/>
              <a:buFont typeface="Symbol" charset="2"/>
              <a:buChar char=""/>
            </a:pPr>
            <a:r>
              <a:rPr b="0" lang="en-US" sz="1400" spc="-1" strike="noStrike">
                <a:solidFill>
                  <a:schemeClr val="dk1">
                    <a:lumMod val="65000"/>
                    <a:lumOff val="35000"/>
                  </a:schemeClr>
                </a:solidFill>
                <a:latin typeface="Corbel"/>
              </a:rPr>
              <a:t>Fourth Outline Level</a:t>
            </a:r>
            <a:endParaRPr b="0" lang="en-US" sz="1400" spc="-1" strike="noStrike">
              <a:solidFill>
                <a:schemeClr val="dk1">
                  <a:lumMod val="65000"/>
                  <a:lumOff val="35000"/>
                </a:schemeClr>
              </a:solidFill>
              <a:latin typeface="Corbel"/>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lumMod val="65000"/>
                    <a:lumOff val="35000"/>
                  </a:schemeClr>
                </a:solidFill>
                <a:latin typeface="Corbel"/>
              </a:rPr>
              <a:t>Fifth Outline Level</a:t>
            </a:r>
            <a:endParaRPr b="0" lang="en-US" sz="2000" spc="-1" strike="noStrike">
              <a:solidFill>
                <a:schemeClr val="dk1">
                  <a:lumMod val="65000"/>
                  <a:lumOff val="35000"/>
                </a:schemeClr>
              </a:solidFill>
              <a:latin typeface="Corbel"/>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lumMod val="65000"/>
                    <a:lumOff val="35000"/>
                  </a:schemeClr>
                </a:solidFill>
                <a:latin typeface="Corbel"/>
              </a:rPr>
              <a:t>Sixth Outline Level</a:t>
            </a:r>
            <a:endParaRPr b="0" lang="en-US" sz="2000" spc="-1" strike="noStrike">
              <a:solidFill>
                <a:schemeClr val="dk1">
                  <a:lumMod val="65000"/>
                  <a:lumOff val="35000"/>
                </a:schemeClr>
              </a:solidFill>
              <a:latin typeface="Corbel"/>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lumMod val="65000"/>
                    <a:lumOff val="35000"/>
                  </a:schemeClr>
                </a:solidFill>
                <a:latin typeface="Corbel"/>
              </a:rPr>
              <a:t>Seventh Outline Level</a:t>
            </a:r>
            <a:endParaRPr b="0" lang="en-US" sz="2000" spc="-1" strike="noStrike">
              <a:solidFill>
                <a:schemeClr val="dk1">
                  <a:lumMod val="65000"/>
                  <a:lumOff val="35000"/>
                </a:schemeClr>
              </a:solidFill>
              <a:latin typeface="Corbe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Rectangle 6"/>
          <p:cNvSpPr/>
          <p:nvPr/>
        </p:nvSpPr>
        <p:spPr>
          <a:xfrm>
            <a:off x="0" y="758880"/>
            <a:ext cx="3443400" cy="5330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Rectangle 37"/>
          <p:cNvSpPr/>
          <p:nvPr/>
        </p:nvSpPr>
        <p:spPr>
          <a:xfrm>
            <a:off x="11815920" y="758880"/>
            <a:ext cx="383760" cy="533052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13"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zh-CN" sz="3600" spc="-60" strike="noStrike">
                <a:solidFill>
                  <a:srgbClr val="ffffff"/>
                </a:solidFill>
                <a:latin typeface="Corbel"/>
              </a:rPr>
              <a:t>单击此处编辑母版标题样式</a:t>
            </a:r>
            <a:endParaRPr b="0" lang="en-US" sz="3600" spc="-1" strike="noStrike">
              <a:solidFill>
                <a:schemeClr val="dk1"/>
              </a:solidFill>
              <a:latin typeface="Corbel"/>
            </a:endParaRPr>
          </a:p>
        </p:txBody>
      </p:sp>
      <p:sp>
        <p:nvSpPr>
          <p:cNvPr id="14" name="PlaceHolder 2"/>
          <p:cNvSpPr>
            <a:spLocks noGrp="1"/>
          </p:cNvSpPr>
          <p:nvPr>
            <p:ph type="body"/>
          </p:nvPr>
        </p:nvSpPr>
        <p:spPr>
          <a:xfrm>
            <a:off x="3869280" y="864000"/>
            <a:ext cx="7314840" cy="5120280"/>
          </a:xfrm>
          <a:prstGeom prst="rect">
            <a:avLst/>
          </a:prstGeom>
          <a:noFill/>
          <a:ln w="0">
            <a:noFill/>
          </a:ln>
        </p:spPr>
        <p:txBody>
          <a:bodyPr lIns="91440" rIns="91440" tIns="45720" bIns="45720" anchor="t" vert="eaVert">
            <a:noAutofit/>
          </a:bodyPr>
          <a:p>
            <a:pPr marL="182880" indent="-182880" defTabSz="914400">
              <a:lnSpc>
                <a:spcPct val="90000"/>
              </a:lnSpc>
              <a:spcBef>
                <a:spcPts val="1199"/>
              </a:spcBef>
              <a:buClr>
                <a:srgbClr val="40bad2"/>
              </a:buClr>
              <a:buFont typeface="Wingdings 2" charset="2"/>
              <a:buChar char=""/>
            </a:pPr>
            <a:r>
              <a:rPr b="0" lang="zh-CN" sz="2000" spc="-1" strike="noStrike">
                <a:solidFill>
                  <a:schemeClr val="dk1">
                    <a:lumMod val="65000"/>
                    <a:lumOff val="35000"/>
                  </a:schemeClr>
                </a:solidFill>
                <a:latin typeface="Corbel"/>
              </a:rPr>
              <a:t>单击此处编辑母版文本样式</a:t>
            </a:r>
            <a:endParaRPr b="0" lang="en-US" sz="2000" spc="-1" strike="noStrike">
              <a:solidFill>
                <a:schemeClr val="dk1">
                  <a:lumMod val="65000"/>
                  <a:lumOff val="35000"/>
                </a:schemeClr>
              </a:solidFill>
              <a:latin typeface="Corbel"/>
            </a:endParaRPr>
          </a:p>
          <a:p>
            <a:pPr lvl="1" marL="685800" indent="-182880" defTabSz="914400">
              <a:lnSpc>
                <a:spcPct val="90000"/>
              </a:lnSpc>
              <a:spcBef>
                <a:spcPts val="249"/>
              </a:spcBef>
              <a:spcAft>
                <a:spcPts val="249"/>
              </a:spcAft>
              <a:buClr>
                <a:srgbClr val="40bad2"/>
              </a:buClr>
              <a:buFont typeface="Wingdings 2" charset="2"/>
              <a:buChar char=""/>
            </a:pPr>
            <a:r>
              <a:rPr b="0" lang="zh-CN" sz="1800" spc="-1" strike="noStrike">
                <a:solidFill>
                  <a:schemeClr val="dk1">
                    <a:lumMod val="65000"/>
                    <a:lumOff val="35000"/>
                  </a:schemeClr>
                </a:solidFill>
                <a:latin typeface="Corbel"/>
              </a:rPr>
              <a:t>二级</a:t>
            </a:r>
            <a:endParaRPr b="0" lang="en-US" sz="1800" spc="-1" strike="noStrike">
              <a:solidFill>
                <a:schemeClr val="dk1">
                  <a:lumMod val="65000"/>
                  <a:lumOff val="35000"/>
                </a:schemeClr>
              </a:solidFill>
              <a:latin typeface="Corbel"/>
            </a:endParaRPr>
          </a:p>
          <a:p>
            <a:pPr lvl="2" marL="1143000" indent="-182880" defTabSz="914400">
              <a:lnSpc>
                <a:spcPct val="90000"/>
              </a:lnSpc>
              <a:spcBef>
                <a:spcPts val="249"/>
              </a:spcBef>
              <a:spcAft>
                <a:spcPts val="249"/>
              </a:spcAft>
              <a:buClr>
                <a:srgbClr val="40bad2"/>
              </a:buClr>
              <a:buFont typeface="Wingdings 2" charset="2"/>
              <a:buChar char=""/>
            </a:pPr>
            <a:r>
              <a:rPr b="0" lang="zh-CN" sz="1600" spc="-1" strike="noStrike">
                <a:solidFill>
                  <a:schemeClr val="dk1">
                    <a:lumMod val="65000"/>
                    <a:lumOff val="35000"/>
                  </a:schemeClr>
                </a:solidFill>
                <a:latin typeface="Corbel"/>
              </a:rPr>
              <a:t>三级</a:t>
            </a:r>
            <a:endParaRPr b="0" lang="en-US" sz="1600" spc="-1" strike="noStrike">
              <a:solidFill>
                <a:schemeClr val="dk1">
                  <a:lumMod val="65000"/>
                  <a:lumOff val="35000"/>
                </a:schemeClr>
              </a:solidFill>
              <a:latin typeface="Corbel"/>
            </a:endParaRPr>
          </a:p>
          <a:p>
            <a:pPr lvl="3" marL="16002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四级</a:t>
            </a:r>
            <a:endParaRPr b="0" lang="en-US" sz="1400" spc="-1" strike="noStrike">
              <a:solidFill>
                <a:schemeClr val="dk1">
                  <a:lumMod val="65000"/>
                  <a:lumOff val="35000"/>
                </a:schemeClr>
              </a:solidFill>
              <a:latin typeface="Corbel"/>
            </a:endParaRPr>
          </a:p>
          <a:p>
            <a:pPr lvl="4" marL="20574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五级</a:t>
            </a:r>
            <a:endParaRPr b="0" lang="en-US" sz="1400" spc="-1" strike="noStrike">
              <a:solidFill>
                <a:schemeClr val="dk1">
                  <a:lumMod val="65000"/>
                  <a:lumOff val="35000"/>
                </a:schemeClr>
              </a:solidFill>
              <a:latin typeface="Corbel"/>
            </a:endParaRPr>
          </a:p>
        </p:txBody>
      </p:sp>
      <p:sp>
        <p:nvSpPr>
          <p:cNvPr id="15" name="PlaceHolder 3"/>
          <p:cNvSpPr>
            <a:spLocks noGrp="1"/>
          </p:cNvSpPr>
          <p:nvPr>
            <p:ph type="dt" idx="4"/>
          </p:nvPr>
        </p:nvSpPr>
        <p:spPr>
          <a:xfrm>
            <a:off x="26244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100" spc="-1" strike="noStrike">
                <a:solidFill>
                  <a:schemeClr val="dk1">
                    <a:lumMod val="50000"/>
                    <a:lumOff val="50000"/>
                  </a:schemeClr>
                </a:solidFill>
                <a:latin typeface="Corbel"/>
              </a:defRPr>
            </a:lvl1pPr>
          </a:lstStyle>
          <a:p>
            <a:pPr indent="0" defTabSz="457200">
              <a:lnSpc>
                <a:spcPct val="100000"/>
              </a:lnSpc>
              <a:buNone/>
            </a:pPr>
            <a:r>
              <a:rPr b="0" lang="en-US" sz="1100" spc="-1" strike="noStrike">
                <a:solidFill>
                  <a:schemeClr val="dk1">
                    <a:lumMod val="50000"/>
                    <a:lumOff val="50000"/>
                  </a:schemeClr>
                </a:solidFill>
                <a:latin typeface="Corbel"/>
              </a:rPr>
              <a:t>&lt;date/time&gt;</a:t>
            </a:r>
            <a:endParaRPr b="0" lang="en-US" sz="1100" spc="-1" strike="noStrike">
              <a:solidFill>
                <a:srgbClr val="000000"/>
              </a:solidFill>
              <a:latin typeface="Times New Roman"/>
            </a:endParaRPr>
          </a:p>
        </p:txBody>
      </p:sp>
      <p:sp>
        <p:nvSpPr>
          <p:cNvPr id="16" name="PlaceHolder 4"/>
          <p:cNvSpPr>
            <a:spLocks noGrp="1"/>
          </p:cNvSpPr>
          <p:nvPr>
            <p:ph type="ftr" idx="5"/>
          </p:nvPr>
        </p:nvSpPr>
        <p:spPr>
          <a:xfrm>
            <a:off x="3869280" y="6356520"/>
            <a:ext cx="591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7" name="PlaceHolder 5"/>
          <p:cNvSpPr>
            <a:spLocks noGrp="1"/>
          </p:cNvSpPr>
          <p:nvPr>
            <p:ph type="sldNum" idx="6"/>
          </p:nvPr>
        </p:nvSpPr>
        <p:spPr>
          <a:xfrm>
            <a:off x="10634040" y="6356520"/>
            <a:ext cx="1530720" cy="364680"/>
          </a:xfrm>
          <a:prstGeom prst="rect">
            <a:avLst/>
          </a:prstGeom>
          <a:noFill/>
          <a:ln w="0">
            <a:noFill/>
          </a:ln>
        </p:spPr>
        <p:txBody>
          <a:bodyPr lIns="91440" rIns="91440" tIns="45720" bIns="45720" anchor="ctr">
            <a:noAutofit/>
          </a:bodyPr>
          <a:lstStyle>
            <a:lvl1pPr indent="0" algn="r" defTabSz="457200">
              <a:lnSpc>
                <a:spcPct val="100000"/>
              </a:lnSpc>
              <a:buNone/>
              <a:defRPr b="1" lang="en-US" sz="1200" spc="-1" strike="noStrike">
                <a:solidFill>
                  <a:schemeClr val="accent1"/>
                </a:solidFill>
                <a:latin typeface="Corbel"/>
              </a:defRPr>
            </a:lvl1pPr>
          </a:lstStyle>
          <a:p>
            <a:pPr indent="0" algn="r" defTabSz="457200">
              <a:lnSpc>
                <a:spcPct val="100000"/>
              </a:lnSpc>
              <a:buNone/>
            </a:pPr>
            <a:fld id="{C3F3C0F1-D216-4D1C-AA59-1BCD137C4B6A}" type="slidenum">
              <a:rPr b="1" lang="en-US" sz="1200" spc="-1" strike="noStrike">
                <a:solidFill>
                  <a:schemeClr val="accent1"/>
                </a:solidFill>
                <a:latin typeface="Corbel"/>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Rectangle 6"/>
          <p:cNvSpPr/>
          <p:nvPr/>
        </p:nvSpPr>
        <p:spPr>
          <a:xfrm>
            <a:off x="0" y="758880"/>
            <a:ext cx="3443400" cy="5330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9" name="Rectangle 37"/>
          <p:cNvSpPr/>
          <p:nvPr/>
        </p:nvSpPr>
        <p:spPr>
          <a:xfrm>
            <a:off x="11815920" y="758880"/>
            <a:ext cx="383760" cy="533052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0" name="PlaceHolder 1"/>
          <p:cNvSpPr>
            <a:spLocks noGrp="1"/>
          </p:cNvSpPr>
          <p:nvPr>
            <p:ph type="title"/>
          </p:nvPr>
        </p:nvSpPr>
        <p:spPr>
          <a:xfrm>
            <a:off x="380880" y="990720"/>
            <a:ext cx="2819160" cy="4952520"/>
          </a:xfrm>
          <a:prstGeom prst="rect">
            <a:avLst/>
          </a:prstGeom>
          <a:noFill/>
          <a:ln w="0">
            <a:noFill/>
          </a:ln>
        </p:spPr>
        <p:txBody>
          <a:bodyPr lIns="91440" rIns="91440" tIns="45720" bIns="45720" anchor="ctr" vert="eaVert">
            <a:noAutofit/>
          </a:bodyPr>
          <a:p>
            <a:pPr indent="0" defTabSz="914400">
              <a:lnSpc>
                <a:spcPct val="90000"/>
              </a:lnSpc>
              <a:buNone/>
            </a:pPr>
            <a:r>
              <a:rPr b="0" lang="zh-CN" sz="3600" spc="-60" strike="noStrike">
                <a:solidFill>
                  <a:srgbClr val="ffffff"/>
                </a:solidFill>
                <a:latin typeface="Corbel"/>
              </a:rPr>
              <a:t>单击此处编辑母版标题样式</a:t>
            </a:r>
            <a:endParaRPr b="0" lang="en-US" sz="3600" spc="-1" strike="noStrike">
              <a:solidFill>
                <a:schemeClr val="dk1"/>
              </a:solidFill>
              <a:latin typeface="Corbel"/>
            </a:endParaRPr>
          </a:p>
        </p:txBody>
      </p:sp>
      <p:sp>
        <p:nvSpPr>
          <p:cNvPr id="21" name="PlaceHolder 2"/>
          <p:cNvSpPr>
            <a:spLocks noGrp="1"/>
          </p:cNvSpPr>
          <p:nvPr>
            <p:ph type="body"/>
          </p:nvPr>
        </p:nvSpPr>
        <p:spPr>
          <a:xfrm>
            <a:off x="3867840" y="868680"/>
            <a:ext cx="7314840" cy="5120280"/>
          </a:xfrm>
          <a:prstGeom prst="rect">
            <a:avLst/>
          </a:prstGeom>
          <a:noFill/>
          <a:ln w="0">
            <a:noFill/>
          </a:ln>
        </p:spPr>
        <p:txBody>
          <a:bodyPr lIns="91440" rIns="91440" tIns="45720" bIns="45720" anchor="t" vert="eaVert">
            <a:noAutofit/>
          </a:bodyPr>
          <a:p>
            <a:pPr marL="182880" indent="-182880" defTabSz="914400">
              <a:lnSpc>
                <a:spcPct val="90000"/>
              </a:lnSpc>
              <a:spcBef>
                <a:spcPts val="1199"/>
              </a:spcBef>
              <a:buClr>
                <a:srgbClr val="40bad2"/>
              </a:buClr>
              <a:buFont typeface="Wingdings 2" charset="2"/>
              <a:buChar char=""/>
            </a:pPr>
            <a:r>
              <a:rPr b="0" lang="zh-CN" sz="2000" spc="-1" strike="noStrike">
                <a:solidFill>
                  <a:schemeClr val="dk1">
                    <a:lumMod val="65000"/>
                    <a:lumOff val="35000"/>
                  </a:schemeClr>
                </a:solidFill>
                <a:latin typeface="Corbel"/>
              </a:rPr>
              <a:t>单击此处编辑母版文本样式</a:t>
            </a:r>
            <a:endParaRPr b="0" lang="en-US" sz="2000" spc="-1" strike="noStrike">
              <a:solidFill>
                <a:schemeClr val="dk1">
                  <a:lumMod val="65000"/>
                  <a:lumOff val="35000"/>
                </a:schemeClr>
              </a:solidFill>
              <a:latin typeface="Corbel"/>
            </a:endParaRPr>
          </a:p>
          <a:p>
            <a:pPr lvl="1" marL="685800" indent="-182880" defTabSz="914400">
              <a:lnSpc>
                <a:spcPct val="90000"/>
              </a:lnSpc>
              <a:spcBef>
                <a:spcPts val="249"/>
              </a:spcBef>
              <a:spcAft>
                <a:spcPts val="249"/>
              </a:spcAft>
              <a:buClr>
                <a:srgbClr val="40bad2"/>
              </a:buClr>
              <a:buFont typeface="Wingdings 2" charset="2"/>
              <a:buChar char=""/>
            </a:pPr>
            <a:r>
              <a:rPr b="0" lang="zh-CN" sz="1800" spc="-1" strike="noStrike">
                <a:solidFill>
                  <a:schemeClr val="dk1">
                    <a:lumMod val="65000"/>
                    <a:lumOff val="35000"/>
                  </a:schemeClr>
                </a:solidFill>
                <a:latin typeface="Corbel"/>
              </a:rPr>
              <a:t>二级</a:t>
            </a:r>
            <a:endParaRPr b="0" lang="en-US" sz="1800" spc="-1" strike="noStrike">
              <a:solidFill>
                <a:schemeClr val="dk1">
                  <a:lumMod val="65000"/>
                  <a:lumOff val="35000"/>
                </a:schemeClr>
              </a:solidFill>
              <a:latin typeface="Corbel"/>
            </a:endParaRPr>
          </a:p>
          <a:p>
            <a:pPr lvl="2" marL="1143000" indent="-182880" defTabSz="914400">
              <a:lnSpc>
                <a:spcPct val="90000"/>
              </a:lnSpc>
              <a:spcBef>
                <a:spcPts val="249"/>
              </a:spcBef>
              <a:spcAft>
                <a:spcPts val="249"/>
              </a:spcAft>
              <a:buClr>
                <a:srgbClr val="40bad2"/>
              </a:buClr>
              <a:buFont typeface="Wingdings 2" charset="2"/>
              <a:buChar char=""/>
            </a:pPr>
            <a:r>
              <a:rPr b="0" lang="zh-CN" sz="1600" spc="-1" strike="noStrike">
                <a:solidFill>
                  <a:schemeClr val="dk1">
                    <a:lumMod val="65000"/>
                    <a:lumOff val="35000"/>
                  </a:schemeClr>
                </a:solidFill>
                <a:latin typeface="Corbel"/>
              </a:rPr>
              <a:t>三级</a:t>
            </a:r>
            <a:endParaRPr b="0" lang="en-US" sz="1600" spc="-1" strike="noStrike">
              <a:solidFill>
                <a:schemeClr val="dk1">
                  <a:lumMod val="65000"/>
                  <a:lumOff val="35000"/>
                </a:schemeClr>
              </a:solidFill>
              <a:latin typeface="Corbel"/>
            </a:endParaRPr>
          </a:p>
          <a:p>
            <a:pPr lvl="3" marL="16002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四级</a:t>
            </a:r>
            <a:endParaRPr b="0" lang="en-US" sz="1400" spc="-1" strike="noStrike">
              <a:solidFill>
                <a:schemeClr val="dk1">
                  <a:lumMod val="65000"/>
                  <a:lumOff val="35000"/>
                </a:schemeClr>
              </a:solidFill>
              <a:latin typeface="Corbel"/>
            </a:endParaRPr>
          </a:p>
          <a:p>
            <a:pPr lvl="4" marL="20574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五级</a:t>
            </a:r>
            <a:endParaRPr b="0" lang="en-US" sz="1400" spc="-1" strike="noStrike">
              <a:solidFill>
                <a:schemeClr val="dk1">
                  <a:lumMod val="65000"/>
                  <a:lumOff val="35000"/>
                </a:schemeClr>
              </a:solidFill>
              <a:latin typeface="Corbel"/>
            </a:endParaRPr>
          </a:p>
        </p:txBody>
      </p:sp>
      <p:sp>
        <p:nvSpPr>
          <p:cNvPr id="22" name="PlaceHolder 3"/>
          <p:cNvSpPr>
            <a:spLocks noGrp="1"/>
          </p:cNvSpPr>
          <p:nvPr>
            <p:ph type="dt" idx="7"/>
          </p:nvPr>
        </p:nvSpPr>
        <p:spPr>
          <a:xfrm>
            <a:off x="26244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100" spc="-1" strike="noStrike">
                <a:solidFill>
                  <a:schemeClr val="dk1">
                    <a:lumMod val="50000"/>
                    <a:lumOff val="50000"/>
                  </a:schemeClr>
                </a:solidFill>
                <a:latin typeface="Corbel"/>
              </a:defRPr>
            </a:lvl1pPr>
          </a:lstStyle>
          <a:p>
            <a:pPr indent="0" defTabSz="457200">
              <a:lnSpc>
                <a:spcPct val="100000"/>
              </a:lnSpc>
              <a:buNone/>
            </a:pPr>
            <a:r>
              <a:rPr b="0" lang="en-US" sz="1100" spc="-1" strike="noStrike">
                <a:solidFill>
                  <a:schemeClr val="dk1">
                    <a:lumMod val="50000"/>
                    <a:lumOff val="50000"/>
                  </a:schemeClr>
                </a:solidFill>
                <a:latin typeface="Corbel"/>
              </a:rPr>
              <a:t>&lt;date/time&gt;</a:t>
            </a:r>
            <a:endParaRPr b="0" lang="en-US" sz="1100" spc="-1" strike="noStrike">
              <a:solidFill>
                <a:srgbClr val="000000"/>
              </a:solidFill>
              <a:latin typeface="Times New Roman"/>
            </a:endParaRPr>
          </a:p>
        </p:txBody>
      </p:sp>
      <p:sp>
        <p:nvSpPr>
          <p:cNvPr id="23" name="PlaceHolder 4"/>
          <p:cNvSpPr>
            <a:spLocks noGrp="1"/>
          </p:cNvSpPr>
          <p:nvPr>
            <p:ph type="ftr" idx="8"/>
          </p:nvPr>
        </p:nvSpPr>
        <p:spPr>
          <a:xfrm>
            <a:off x="3869280" y="6356520"/>
            <a:ext cx="591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4" name="PlaceHolder 5"/>
          <p:cNvSpPr>
            <a:spLocks noGrp="1"/>
          </p:cNvSpPr>
          <p:nvPr>
            <p:ph type="sldNum" idx="9"/>
          </p:nvPr>
        </p:nvSpPr>
        <p:spPr>
          <a:xfrm>
            <a:off x="10634040" y="6356520"/>
            <a:ext cx="1530720" cy="364680"/>
          </a:xfrm>
          <a:prstGeom prst="rect">
            <a:avLst/>
          </a:prstGeom>
          <a:noFill/>
          <a:ln w="0">
            <a:noFill/>
          </a:ln>
        </p:spPr>
        <p:txBody>
          <a:bodyPr lIns="91440" rIns="91440" tIns="45720" bIns="45720" anchor="ctr">
            <a:noAutofit/>
          </a:bodyPr>
          <a:lstStyle>
            <a:lvl1pPr indent="0" algn="r" defTabSz="457200">
              <a:lnSpc>
                <a:spcPct val="100000"/>
              </a:lnSpc>
              <a:buNone/>
              <a:defRPr b="1" lang="en-US" sz="1200" spc="-1" strike="noStrike">
                <a:solidFill>
                  <a:schemeClr val="accent1"/>
                </a:solidFill>
                <a:latin typeface="Corbel"/>
              </a:defRPr>
            </a:lvl1pPr>
          </a:lstStyle>
          <a:p>
            <a:pPr indent="0" algn="r" defTabSz="457200">
              <a:lnSpc>
                <a:spcPct val="100000"/>
              </a:lnSpc>
              <a:buNone/>
            </a:pPr>
            <a:fld id="{37161A99-084C-4108-B620-E46B00A0D45B}" type="slidenum">
              <a:rPr b="1" lang="en-US" sz="1200" spc="-1" strike="noStrike">
                <a:solidFill>
                  <a:schemeClr val="accent1"/>
                </a:solidFill>
                <a:latin typeface="Corbel"/>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Rectangle 6"/>
          <p:cNvSpPr/>
          <p:nvPr/>
        </p:nvSpPr>
        <p:spPr>
          <a:xfrm>
            <a:off x="0" y="758880"/>
            <a:ext cx="3443400" cy="5330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6" name="Rectangle 37"/>
          <p:cNvSpPr/>
          <p:nvPr/>
        </p:nvSpPr>
        <p:spPr>
          <a:xfrm>
            <a:off x="11815920" y="758880"/>
            <a:ext cx="383760" cy="533052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27"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zh-CN" sz="3600" spc="-60" strike="noStrike">
                <a:solidFill>
                  <a:srgbClr val="ffffff"/>
                </a:solidFill>
                <a:latin typeface="Corbel"/>
              </a:rPr>
              <a:t>单击此处编辑母版标题样式</a:t>
            </a:r>
            <a:endParaRPr b="0" lang="en-US" sz="3600" spc="-1" strike="noStrike">
              <a:solidFill>
                <a:schemeClr val="dk1"/>
              </a:solidFill>
              <a:latin typeface="Corbel"/>
            </a:endParaRPr>
          </a:p>
        </p:txBody>
      </p:sp>
      <p:sp>
        <p:nvSpPr>
          <p:cNvPr id="28" name="PlaceHolder 2"/>
          <p:cNvSpPr>
            <a:spLocks noGrp="1"/>
          </p:cNvSpPr>
          <p:nvPr>
            <p:ph type="body"/>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zh-CN" sz="2000" spc="-1" strike="noStrike">
                <a:solidFill>
                  <a:schemeClr val="dk1">
                    <a:lumMod val="65000"/>
                    <a:lumOff val="35000"/>
                  </a:schemeClr>
                </a:solidFill>
                <a:latin typeface="Corbel"/>
              </a:rPr>
              <a:t>单击此处编辑母版文本样式</a:t>
            </a:r>
            <a:endParaRPr b="0" lang="en-US" sz="2000" spc="-1" strike="noStrike">
              <a:solidFill>
                <a:schemeClr val="dk1">
                  <a:lumMod val="65000"/>
                  <a:lumOff val="35000"/>
                </a:schemeClr>
              </a:solidFill>
              <a:latin typeface="Corbel"/>
            </a:endParaRPr>
          </a:p>
          <a:p>
            <a:pPr lvl="1" marL="685800" indent="-182880" defTabSz="914400">
              <a:lnSpc>
                <a:spcPct val="90000"/>
              </a:lnSpc>
              <a:spcBef>
                <a:spcPts val="249"/>
              </a:spcBef>
              <a:spcAft>
                <a:spcPts val="249"/>
              </a:spcAft>
              <a:buClr>
                <a:srgbClr val="40bad2"/>
              </a:buClr>
              <a:buFont typeface="Wingdings 2" charset="2"/>
              <a:buChar char=""/>
            </a:pPr>
            <a:r>
              <a:rPr b="0" lang="zh-CN" sz="1800" spc="-1" strike="noStrike">
                <a:solidFill>
                  <a:schemeClr val="dk1">
                    <a:lumMod val="65000"/>
                    <a:lumOff val="35000"/>
                  </a:schemeClr>
                </a:solidFill>
                <a:latin typeface="Corbel"/>
              </a:rPr>
              <a:t>二级</a:t>
            </a:r>
            <a:endParaRPr b="0" lang="en-US" sz="1800" spc="-1" strike="noStrike">
              <a:solidFill>
                <a:schemeClr val="dk1">
                  <a:lumMod val="65000"/>
                  <a:lumOff val="35000"/>
                </a:schemeClr>
              </a:solidFill>
              <a:latin typeface="Corbel"/>
            </a:endParaRPr>
          </a:p>
          <a:p>
            <a:pPr lvl="2" marL="1143000" indent="-182880" defTabSz="914400">
              <a:lnSpc>
                <a:spcPct val="90000"/>
              </a:lnSpc>
              <a:spcBef>
                <a:spcPts val="249"/>
              </a:spcBef>
              <a:spcAft>
                <a:spcPts val="249"/>
              </a:spcAft>
              <a:buClr>
                <a:srgbClr val="40bad2"/>
              </a:buClr>
              <a:buFont typeface="Wingdings 2" charset="2"/>
              <a:buChar char=""/>
            </a:pPr>
            <a:r>
              <a:rPr b="0" lang="zh-CN" sz="1600" spc="-1" strike="noStrike">
                <a:solidFill>
                  <a:schemeClr val="dk1">
                    <a:lumMod val="65000"/>
                    <a:lumOff val="35000"/>
                  </a:schemeClr>
                </a:solidFill>
                <a:latin typeface="Corbel"/>
              </a:rPr>
              <a:t>三级</a:t>
            </a:r>
            <a:endParaRPr b="0" lang="en-US" sz="1600" spc="-1" strike="noStrike">
              <a:solidFill>
                <a:schemeClr val="dk1">
                  <a:lumMod val="65000"/>
                  <a:lumOff val="35000"/>
                </a:schemeClr>
              </a:solidFill>
              <a:latin typeface="Corbel"/>
            </a:endParaRPr>
          </a:p>
          <a:p>
            <a:pPr lvl="3" marL="16002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四级</a:t>
            </a:r>
            <a:endParaRPr b="0" lang="en-US" sz="1400" spc="-1" strike="noStrike">
              <a:solidFill>
                <a:schemeClr val="dk1">
                  <a:lumMod val="65000"/>
                  <a:lumOff val="35000"/>
                </a:schemeClr>
              </a:solidFill>
              <a:latin typeface="Corbel"/>
            </a:endParaRPr>
          </a:p>
          <a:p>
            <a:pPr lvl="4" marL="20574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五级</a:t>
            </a:r>
            <a:endParaRPr b="0" lang="en-US" sz="1400" spc="-1" strike="noStrike">
              <a:solidFill>
                <a:schemeClr val="dk1">
                  <a:lumMod val="65000"/>
                  <a:lumOff val="35000"/>
                </a:schemeClr>
              </a:solidFill>
              <a:latin typeface="Corbel"/>
            </a:endParaRPr>
          </a:p>
        </p:txBody>
      </p:sp>
      <p:sp>
        <p:nvSpPr>
          <p:cNvPr id="29" name="PlaceHolder 3"/>
          <p:cNvSpPr>
            <a:spLocks noGrp="1"/>
          </p:cNvSpPr>
          <p:nvPr>
            <p:ph type="dt" idx="10"/>
          </p:nvPr>
        </p:nvSpPr>
        <p:spPr>
          <a:xfrm>
            <a:off x="26244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100" spc="-1" strike="noStrike">
                <a:solidFill>
                  <a:schemeClr val="dk1">
                    <a:lumMod val="50000"/>
                    <a:lumOff val="50000"/>
                  </a:schemeClr>
                </a:solidFill>
                <a:latin typeface="Corbel"/>
              </a:defRPr>
            </a:lvl1pPr>
          </a:lstStyle>
          <a:p>
            <a:pPr indent="0" defTabSz="457200">
              <a:lnSpc>
                <a:spcPct val="100000"/>
              </a:lnSpc>
              <a:buNone/>
            </a:pPr>
            <a:r>
              <a:rPr b="0" lang="en-US" sz="1100" spc="-1" strike="noStrike">
                <a:solidFill>
                  <a:schemeClr val="dk1">
                    <a:lumMod val="50000"/>
                    <a:lumOff val="50000"/>
                  </a:schemeClr>
                </a:solidFill>
                <a:latin typeface="Corbel"/>
              </a:rPr>
              <a:t>&lt;date/time&gt;</a:t>
            </a:r>
            <a:endParaRPr b="0" lang="en-US" sz="1100" spc="-1" strike="noStrike">
              <a:solidFill>
                <a:srgbClr val="000000"/>
              </a:solidFill>
              <a:latin typeface="Times New Roman"/>
            </a:endParaRPr>
          </a:p>
        </p:txBody>
      </p:sp>
      <p:sp>
        <p:nvSpPr>
          <p:cNvPr id="30" name="PlaceHolder 4"/>
          <p:cNvSpPr>
            <a:spLocks noGrp="1"/>
          </p:cNvSpPr>
          <p:nvPr>
            <p:ph type="ftr" idx="11"/>
          </p:nvPr>
        </p:nvSpPr>
        <p:spPr>
          <a:xfrm>
            <a:off x="3869280" y="6356520"/>
            <a:ext cx="591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1" name="PlaceHolder 5"/>
          <p:cNvSpPr>
            <a:spLocks noGrp="1"/>
          </p:cNvSpPr>
          <p:nvPr>
            <p:ph type="sldNum" idx="12"/>
          </p:nvPr>
        </p:nvSpPr>
        <p:spPr>
          <a:xfrm>
            <a:off x="10634040" y="6356520"/>
            <a:ext cx="1530720" cy="364680"/>
          </a:xfrm>
          <a:prstGeom prst="rect">
            <a:avLst/>
          </a:prstGeom>
          <a:noFill/>
          <a:ln w="0">
            <a:noFill/>
          </a:ln>
        </p:spPr>
        <p:txBody>
          <a:bodyPr lIns="91440" rIns="91440" tIns="45720" bIns="45720" anchor="ctr">
            <a:noAutofit/>
          </a:bodyPr>
          <a:lstStyle>
            <a:lvl1pPr indent="0" algn="r" defTabSz="457200">
              <a:lnSpc>
                <a:spcPct val="100000"/>
              </a:lnSpc>
              <a:buNone/>
              <a:defRPr b="1" lang="en-US" sz="1200" spc="-1" strike="noStrike">
                <a:solidFill>
                  <a:schemeClr val="accent1"/>
                </a:solidFill>
                <a:latin typeface="Corbel"/>
              </a:defRPr>
            </a:lvl1pPr>
          </a:lstStyle>
          <a:p>
            <a:pPr indent="0" algn="r" defTabSz="457200">
              <a:lnSpc>
                <a:spcPct val="100000"/>
              </a:lnSpc>
              <a:buNone/>
            </a:pPr>
            <a:fld id="{C9990054-CBC5-4BE3-9ECF-D11E0A5C0C07}" type="slidenum">
              <a:rPr b="1" lang="en-US" sz="1200" spc="-1" strike="noStrike">
                <a:solidFill>
                  <a:schemeClr val="accent1"/>
                </a:solidFill>
                <a:latin typeface="Corbel"/>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Rectangle 6"/>
          <p:cNvSpPr/>
          <p:nvPr/>
        </p:nvSpPr>
        <p:spPr>
          <a:xfrm>
            <a:off x="0" y="758880"/>
            <a:ext cx="3443400" cy="5330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5" name="Rectangle 37"/>
          <p:cNvSpPr/>
          <p:nvPr/>
        </p:nvSpPr>
        <p:spPr>
          <a:xfrm>
            <a:off x="11815920" y="758880"/>
            <a:ext cx="383760" cy="533052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36" name="PlaceHolder 1"/>
          <p:cNvSpPr>
            <a:spLocks noGrp="1"/>
          </p:cNvSpPr>
          <p:nvPr>
            <p:ph type="title"/>
          </p:nvPr>
        </p:nvSpPr>
        <p:spPr>
          <a:xfrm>
            <a:off x="3867840" y="1298520"/>
            <a:ext cx="7314840" cy="3254760"/>
          </a:xfrm>
          <a:prstGeom prst="rect">
            <a:avLst/>
          </a:prstGeom>
          <a:noFill/>
          <a:ln w="0">
            <a:noFill/>
          </a:ln>
        </p:spPr>
        <p:txBody>
          <a:bodyPr lIns="91440" rIns="91440" tIns="45720" bIns="45720" anchor="b">
            <a:normAutofit/>
          </a:bodyPr>
          <a:p>
            <a:pPr indent="0" defTabSz="914400">
              <a:lnSpc>
                <a:spcPct val="90000"/>
              </a:lnSpc>
              <a:buNone/>
            </a:pPr>
            <a:r>
              <a:rPr b="0" lang="zh-CN" sz="5900" spc="-100" strike="noStrike">
                <a:solidFill>
                  <a:schemeClr val="dk1">
                    <a:lumMod val="65000"/>
                    <a:lumOff val="35000"/>
                  </a:schemeClr>
                </a:solidFill>
                <a:latin typeface="Corbel"/>
              </a:rPr>
              <a:t>单击此处编辑母版标题样式</a:t>
            </a:r>
            <a:endParaRPr b="0" lang="en-US" sz="5900" spc="-1" strike="noStrike">
              <a:solidFill>
                <a:schemeClr val="dk1"/>
              </a:solidFill>
              <a:latin typeface="Corbel"/>
            </a:endParaRPr>
          </a:p>
        </p:txBody>
      </p:sp>
      <p:sp>
        <p:nvSpPr>
          <p:cNvPr id="37" name="PlaceHolder 2"/>
          <p:cNvSpPr>
            <a:spLocks noGrp="1"/>
          </p:cNvSpPr>
          <p:nvPr>
            <p:ph type="body"/>
          </p:nvPr>
        </p:nvSpPr>
        <p:spPr>
          <a:xfrm>
            <a:off x="3886200" y="4672440"/>
            <a:ext cx="7314840" cy="914040"/>
          </a:xfrm>
          <a:prstGeom prst="rect">
            <a:avLst/>
          </a:prstGeom>
          <a:noFill/>
          <a:ln w="0">
            <a:noFill/>
          </a:ln>
        </p:spPr>
        <p:txBody>
          <a:bodyPr lIns="91440" rIns="91440" tIns="45720" bIns="45720" anchor="t">
            <a:normAutofit/>
          </a:bodyPr>
          <a:p>
            <a:pPr indent="0" defTabSz="914400">
              <a:lnSpc>
                <a:spcPct val="90000"/>
              </a:lnSpc>
              <a:spcBef>
                <a:spcPts val="1199"/>
              </a:spcBef>
              <a:buNone/>
              <a:tabLst>
                <a:tab algn="l" pos="0"/>
              </a:tabLst>
            </a:pPr>
            <a:r>
              <a:rPr b="0" lang="zh-CN" sz="2200" spc="-1" strike="noStrike">
                <a:solidFill>
                  <a:schemeClr val="dk1">
                    <a:lumMod val="65000"/>
                    <a:lumOff val="35000"/>
                  </a:schemeClr>
                </a:solidFill>
                <a:latin typeface="Corbel"/>
              </a:rPr>
              <a:t>单击此处编辑母版文本样式</a:t>
            </a:r>
            <a:endParaRPr b="0" lang="en-US" sz="2200" spc="-1" strike="noStrike">
              <a:solidFill>
                <a:schemeClr val="dk1">
                  <a:lumMod val="65000"/>
                  <a:lumOff val="35000"/>
                </a:schemeClr>
              </a:solidFill>
              <a:latin typeface="Corbel"/>
            </a:endParaRPr>
          </a:p>
        </p:txBody>
      </p:sp>
      <p:sp>
        <p:nvSpPr>
          <p:cNvPr id="38" name="PlaceHolder 3"/>
          <p:cNvSpPr>
            <a:spLocks noGrp="1"/>
          </p:cNvSpPr>
          <p:nvPr>
            <p:ph type="dt" idx="13"/>
          </p:nvPr>
        </p:nvSpPr>
        <p:spPr>
          <a:xfrm>
            <a:off x="26244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100" spc="-1" strike="noStrike">
                <a:solidFill>
                  <a:schemeClr val="dk1">
                    <a:lumMod val="50000"/>
                    <a:lumOff val="50000"/>
                  </a:schemeClr>
                </a:solidFill>
                <a:latin typeface="Corbel"/>
              </a:defRPr>
            </a:lvl1pPr>
          </a:lstStyle>
          <a:p>
            <a:pPr indent="0" defTabSz="457200">
              <a:lnSpc>
                <a:spcPct val="100000"/>
              </a:lnSpc>
              <a:buNone/>
            </a:pPr>
            <a:r>
              <a:rPr b="0" lang="en-US" sz="1100" spc="-1" strike="noStrike">
                <a:solidFill>
                  <a:schemeClr val="dk1">
                    <a:lumMod val="50000"/>
                    <a:lumOff val="50000"/>
                  </a:schemeClr>
                </a:solidFill>
                <a:latin typeface="Corbel"/>
              </a:rPr>
              <a:t>&lt;date/time&gt;</a:t>
            </a:r>
            <a:endParaRPr b="0" lang="en-US" sz="1100" spc="-1" strike="noStrike">
              <a:solidFill>
                <a:srgbClr val="000000"/>
              </a:solidFill>
              <a:latin typeface="Times New Roman"/>
            </a:endParaRPr>
          </a:p>
        </p:txBody>
      </p:sp>
      <p:sp>
        <p:nvSpPr>
          <p:cNvPr id="39" name="PlaceHolder 4"/>
          <p:cNvSpPr>
            <a:spLocks noGrp="1"/>
          </p:cNvSpPr>
          <p:nvPr>
            <p:ph type="ftr" idx="14"/>
          </p:nvPr>
        </p:nvSpPr>
        <p:spPr>
          <a:xfrm>
            <a:off x="3869280" y="6356520"/>
            <a:ext cx="591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5"/>
          <p:cNvSpPr>
            <a:spLocks noGrp="1"/>
          </p:cNvSpPr>
          <p:nvPr>
            <p:ph type="sldNum" idx="15"/>
          </p:nvPr>
        </p:nvSpPr>
        <p:spPr>
          <a:xfrm>
            <a:off x="10634040" y="6356520"/>
            <a:ext cx="1530720" cy="364680"/>
          </a:xfrm>
          <a:prstGeom prst="rect">
            <a:avLst/>
          </a:prstGeom>
          <a:noFill/>
          <a:ln w="0">
            <a:noFill/>
          </a:ln>
        </p:spPr>
        <p:txBody>
          <a:bodyPr lIns="91440" rIns="91440" tIns="45720" bIns="45720" anchor="ctr">
            <a:noAutofit/>
          </a:bodyPr>
          <a:lstStyle>
            <a:lvl1pPr indent="0" algn="r" defTabSz="457200">
              <a:lnSpc>
                <a:spcPct val="100000"/>
              </a:lnSpc>
              <a:buNone/>
              <a:defRPr b="1" lang="en-US" sz="1200" spc="-1" strike="noStrike">
                <a:solidFill>
                  <a:schemeClr val="accent1"/>
                </a:solidFill>
                <a:latin typeface="Corbel"/>
              </a:defRPr>
            </a:lvl1pPr>
          </a:lstStyle>
          <a:p>
            <a:pPr indent="0" algn="r" defTabSz="457200">
              <a:lnSpc>
                <a:spcPct val="100000"/>
              </a:lnSpc>
              <a:buNone/>
            </a:pPr>
            <a:fld id="{79B50C00-0D5C-4406-BCC7-F8B48B64E1F3}" type="slidenum">
              <a:rPr b="1" lang="en-US" sz="1200" spc="-1" strike="noStrike">
                <a:solidFill>
                  <a:schemeClr val="accent1"/>
                </a:solidFill>
                <a:latin typeface="Corbel"/>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Rectangle 6"/>
          <p:cNvSpPr/>
          <p:nvPr/>
        </p:nvSpPr>
        <p:spPr>
          <a:xfrm>
            <a:off x="0" y="758880"/>
            <a:ext cx="3443400" cy="5330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Rectangle 37"/>
          <p:cNvSpPr/>
          <p:nvPr/>
        </p:nvSpPr>
        <p:spPr>
          <a:xfrm>
            <a:off x="11815920" y="758880"/>
            <a:ext cx="383760" cy="533052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43"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zh-CN" sz="3600" spc="-60" strike="noStrike">
                <a:solidFill>
                  <a:srgbClr val="ffffff"/>
                </a:solidFill>
                <a:latin typeface="Corbel"/>
              </a:rPr>
              <a:t>单击此处编辑母版标题样式</a:t>
            </a:r>
            <a:endParaRPr b="0" lang="en-US" sz="3600" spc="-1" strike="noStrike">
              <a:solidFill>
                <a:schemeClr val="dk1"/>
              </a:solidFill>
              <a:latin typeface="Corbel"/>
            </a:endParaRPr>
          </a:p>
        </p:txBody>
      </p:sp>
      <p:sp>
        <p:nvSpPr>
          <p:cNvPr id="44" name="PlaceHolder 2"/>
          <p:cNvSpPr>
            <a:spLocks noGrp="1"/>
          </p:cNvSpPr>
          <p:nvPr>
            <p:ph type="body"/>
          </p:nvPr>
        </p:nvSpPr>
        <p:spPr>
          <a:xfrm>
            <a:off x="3867840" y="868680"/>
            <a:ext cx="347436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zh-CN" sz="2000" spc="-1" strike="noStrike">
                <a:solidFill>
                  <a:schemeClr val="dk1">
                    <a:lumMod val="65000"/>
                    <a:lumOff val="35000"/>
                  </a:schemeClr>
                </a:solidFill>
                <a:latin typeface="Corbel"/>
              </a:rPr>
              <a:t>单击此处编辑母版文本样式</a:t>
            </a:r>
            <a:endParaRPr b="0" lang="en-US" sz="2000" spc="-1" strike="noStrike">
              <a:solidFill>
                <a:schemeClr val="dk1">
                  <a:lumMod val="65000"/>
                  <a:lumOff val="35000"/>
                </a:schemeClr>
              </a:solidFill>
              <a:latin typeface="Corbel"/>
            </a:endParaRPr>
          </a:p>
          <a:p>
            <a:pPr lvl="1" marL="685800" indent="-182880" defTabSz="914400">
              <a:lnSpc>
                <a:spcPct val="90000"/>
              </a:lnSpc>
              <a:spcBef>
                <a:spcPts val="249"/>
              </a:spcBef>
              <a:spcAft>
                <a:spcPts val="249"/>
              </a:spcAft>
              <a:buClr>
                <a:srgbClr val="40bad2"/>
              </a:buClr>
              <a:buFont typeface="Wingdings 2" charset="2"/>
              <a:buChar char=""/>
            </a:pPr>
            <a:r>
              <a:rPr b="0" lang="zh-CN" sz="1800" spc="-1" strike="noStrike">
                <a:solidFill>
                  <a:schemeClr val="dk1">
                    <a:lumMod val="65000"/>
                    <a:lumOff val="35000"/>
                  </a:schemeClr>
                </a:solidFill>
                <a:latin typeface="Corbel"/>
              </a:rPr>
              <a:t>二级</a:t>
            </a:r>
            <a:endParaRPr b="0" lang="en-US" sz="1800" spc="-1" strike="noStrike">
              <a:solidFill>
                <a:schemeClr val="dk1">
                  <a:lumMod val="65000"/>
                  <a:lumOff val="35000"/>
                </a:schemeClr>
              </a:solidFill>
              <a:latin typeface="Corbel"/>
            </a:endParaRPr>
          </a:p>
          <a:p>
            <a:pPr lvl="2" marL="1143000" indent="-182880" defTabSz="914400">
              <a:lnSpc>
                <a:spcPct val="90000"/>
              </a:lnSpc>
              <a:spcBef>
                <a:spcPts val="249"/>
              </a:spcBef>
              <a:spcAft>
                <a:spcPts val="249"/>
              </a:spcAft>
              <a:buClr>
                <a:srgbClr val="40bad2"/>
              </a:buClr>
              <a:buFont typeface="Wingdings 2" charset="2"/>
              <a:buChar char=""/>
            </a:pPr>
            <a:r>
              <a:rPr b="0" lang="zh-CN" sz="1600" spc="-1" strike="noStrike">
                <a:solidFill>
                  <a:schemeClr val="dk1">
                    <a:lumMod val="65000"/>
                    <a:lumOff val="35000"/>
                  </a:schemeClr>
                </a:solidFill>
                <a:latin typeface="Corbel"/>
              </a:rPr>
              <a:t>三级</a:t>
            </a:r>
            <a:endParaRPr b="0" lang="en-US" sz="1600" spc="-1" strike="noStrike">
              <a:solidFill>
                <a:schemeClr val="dk1">
                  <a:lumMod val="65000"/>
                  <a:lumOff val="35000"/>
                </a:schemeClr>
              </a:solidFill>
              <a:latin typeface="Corbel"/>
            </a:endParaRPr>
          </a:p>
          <a:p>
            <a:pPr lvl="3" marL="16002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四级</a:t>
            </a:r>
            <a:endParaRPr b="0" lang="en-US" sz="1400" spc="-1" strike="noStrike">
              <a:solidFill>
                <a:schemeClr val="dk1">
                  <a:lumMod val="65000"/>
                  <a:lumOff val="35000"/>
                </a:schemeClr>
              </a:solidFill>
              <a:latin typeface="Corbel"/>
            </a:endParaRPr>
          </a:p>
          <a:p>
            <a:pPr lvl="4" marL="20574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五级</a:t>
            </a:r>
            <a:endParaRPr b="0" lang="en-US" sz="1400" spc="-1" strike="noStrike">
              <a:solidFill>
                <a:schemeClr val="dk1">
                  <a:lumMod val="65000"/>
                  <a:lumOff val="35000"/>
                </a:schemeClr>
              </a:solidFill>
              <a:latin typeface="Corbel"/>
            </a:endParaRPr>
          </a:p>
        </p:txBody>
      </p:sp>
      <p:sp>
        <p:nvSpPr>
          <p:cNvPr id="45" name="PlaceHolder 3"/>
          <p:cNvSpPr>
            <a:spLocks noGrp="1"/>
          </p:cNvSpPr>
          <p:nvPr>
            <p:ph type="body"/>
          </p:nvPr>
        </p:nvSpPr>
        <p:spPr>
          <a:xfrm>
            <a:off x="7818120" y="868680"/>
            <a:ext cx="347436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zh-CN" sz="2000" spc="-1" strike="noStrike">
                <a:solidFill>
                  <a:schemeClr val="dk1">
                    <a:lumMod val="65000"/>
                    <a:lumOff val="35000"/>
                  </a:schemeClr>
                </a:solidFill>
                <a:latin typeface="Corbel"/>
              </a:rPr>
              <a:t>单击此处编辑母版文本样式</a:t>
            </a:r>
            <a:endParaRPr b="0" lang="en-US" sz="2000" spc="-1" strike="noStrike">
              <a:solidFill>
                <a:schemeClr val="dk1">
                  <a:lumMod val="65000"/>
                  <a:lumOff val="35000"/>
                </a:schemeClr>
              </a:solidFill>
              <a:latin typeface="Corbel"/>
            </a:endParaRPr>
          </a:p>
          <a:p>
            <a:pPr lvl="1" marL="685800" indent="-182880" defTabSz="914400">
              <a:lnSpc>
                <a:spcPct val="90000"/>
              </a:lnSpc>
              <a:spcBef>
                <a:spcPts val="249"/>
              </a:spcBef>
              <a:spcAft>
                <a:spcPts val="249"/>
              </a:spcAft>
              <a:buClr>
                <a:srgbClr val="40bad2"/>
              </a:buClr>
              <a:buFont typeface="Wingdings 2" charset="2"/>
              <a:buChar char=""/>
            </a:pPr>
            <a:r>
              <a:rPr b="0" lang="zh-CN" sz="1800" spc="-1" strike="noStrike">
                <a:solidFill>
                  <a:schemeClr val="dk1">
                    <a:lumMod val="65000"/>
                    <a:lumOff val="35000"/>
                  </a:schemeClr>
                </a:solidFill>
                <a:latin typeface="Corbel"/>
              </a:rPr>
              <a:t>二级</a:t>
            </a:r>
            <a:endParaRPr b="0" lang="en-US" sz="1800" spc="-1" strike="noStrike">
              <a:solidFill>
                <a:schemeClr val="dk1">
                  <a:lumMod val="65000"/>
                  <a:lumOff val="35000"/>
                </a:schemeClr>
              </a:solidFill>
              <a:latin typeface="Corbel"/>
            </a:endParaRPr>
          </a:p>
          <a:p>
            <a:pPr lvl="2" marL="1143000" indent="-182880" defTabSz="914400">
              <a:lnSpc>
                <a:spcPct val="90000"/>
              </a:lnSpc>
              <a:spcBef>
                <a:spcPts val="249"/>
              </a:spcBef>
              <a:spcAft>
                <a:spcPts val="249"/>
              </a:spcAft>
              <a:buClr>
                <a:srgbClr val="40bad2"/>
              </a:buClr>
              <a:buFont typeface="Wingdings 2" charset="2"/>
              <a:buChar char=""/>
            </a:pPr>
            <a:r>
              <a:rPr b="0" lang="zh-CN" sz="1600" spc="-1" strike="noStrike">
                <a:solidFill>
                  <a:schemeClr val="dk1">
                    <a:lumMod val="65000"/>
                    <a:lumOff val="35000"/>
                  </a:schemeClr>
                </a:solidFill>
                <a:latin typeface="Corbel"/>
              </a:rPr>
              <a:t>三级</a:t>
            </a:r>
            <a:endParaRPr b="0" lang="en-US" sz="1600" spc="-1" strike="noStrike">
              <a:solidFill>
                <a:schemeClr val="dk1">
                  <a:lumMod val="65000"/>
                  <a:lumOff val="35000"/>
                </a:schemeClr>
              </a:solidFill>
              <a:latin typeface="Corbel"/>
            </a:endParaRPr>
          </a:p>
          <a:p>
            <a:pPr lvl="3" marL="16002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四级</a:t>
            </a:r>
            <a:endParaRPr b="0" lang="en-US" sz="1400" spc="-1" strike="noStrike">
              <a:solidFill>
                <a:schemeClr val="dk1">
                  <a:lumMod val="65000"/>
                  <a:lumOff val="35000"/>
                </a:schemeClr>
              </a:solidFill>
              <a:latin typeface="Corbel"/>
            </a:endParaRPr>
          </a:p>
          <a:p>
            <a:pPr lvl="4" marL="20574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五级</a:t>
            </a:r>
            <a:endParaRPr b="0" lang="en-US" sz="1400" spc="-1" strike="noStrike">
              <a:solidFill>
                <a:schemeClr val="dk1">
                  <a:lumMod val="65000"/>
                  <a:lumOff val="35000"/>
                </a:schemeClr>
              </a:solidFill>
              <a:latin typeface="Corbel"/>
            </a:endParaRPr>
          </a:p>
        </p:txBody>
      </p:sp>
      <p:sp>
        <p:nvSpPr>
          <p:cNvPr id="46" name="PlaceHolder 4"/>
          <p:cNvSpPr>
            <a:spLocks noGrp="1"/>
          </p:cNvSpPr>
          <p:nvPr>
            <p:ph type="dt" idx="16"/>
          </p:nvPr>
        </p:nvSpPr>
        <p:spPr>
          <a:xfrm>
            <a:off x="26244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100" spc="-1" strike="noStrike">
                <a:solidFill>
                  <a:schemeClr val="dk1">
                    <a:lumMod val="50000"/>
                    <a:lumOff val="50000"/>
                  </a:schemeClr>
                </a:solidFill>
                <a:latin typeface="Corbel"/>
              </a:defRPr>
            </a:lvl1pPr>
          </a:lstStyle>
          <a:p>
            <a:pPr indent="0" defTabSz="457200">
              <a:lnSpc>
                <a:spcPct val="100000"/>
              </a:lnSpc>
              <a:buNone/>
            </a:pPr>
            <a:r>
              <a:rPr b="0" lang="en-US" sz="1100" spc="-1" strike="noStrike">
                <a:solidFill>
                  <a:schemeClr val="dk1">
                    <a:lumMod val="50000"/>
                    <a:lumOff val="50000"/>
                  </a:schemeClr>
                </a:solidFill>
                <a:latin typeface="Corbel"/>
              </a:rPr>
              <a:t>&lt;date/time&gt;</a:t>
            </a:r>
            <a:endParaRPr b="0" lang="en-US" sz="1100" spc="-1" strike="noStrike">
              <a:solidFill>
                <a:srgbClr val="000000"/>
              </a:solidFill>
              <a:latin typeface="Times New Roman"/>
            </a:endParaRPr>
          </a:p>
        </p:txBody>
      </p:sp>
      <p:sp>
        <p:nvSpPr>
          <p:cNvPr id="47" name="PlaceHolder 5"/>
          <p:cNvSpPr>
            <a:spLocks noGrp="1"/>
          </p:cNvSpPr>
          <p:nvPr>
            <p:ph type="ftr" idx="17"/>
          </p:nvPr>
        </p:nvSpPr>
        <p:spPr>
          <a:xfrm>
            <a:off x="3869280" y="6356520"/>
            <a:ext cx="591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6"/>
          <p:cNvSpPr>
            <a:spLocks noGrp="1"/>
          </p:cNvSpPr>
          <p:nvPr>
            <p:ph type="sldNum" idx="18"/>
          </p:nvPr>
        </p:nvSpPr>
        <p:spPr>
          <a:xfrm>
            <a:off x="10634040" y="6356520"/>
            <a:ext cx="1530720" cy="364680"/>
          </a:xfrm>
          <a:prstGeom prst="rect">
            <a:avLst/>
          </a:prstGeom>
          <a:noFill/>
          <a:ln w="0">
            <a:noFill/>
          </a:ln>
        </p:spPr>
        <p:txBody>
          <a:bodyPr lIns="91440" rIns="91440" tIns="45720" bIns="45720" anchor="ctr">
            <a:noAutofit/>
          </a:bodyPr>
          <a:lstStyle>
            <a:lvl1pPr indent="0" algn="r" defTabSz="457200">
              <a:lnSpc>
                <a:spcPct val="100000"/>
              </a:lnSpc>
              <a:buNone/>
              <a:defRPr b="1" lang="en-US" sz="1200" spc="-1" strike="noStrike">
                <a:solidFill>
                  <a:schemeClr val="accent1"/>
                </a:solidFill>
                <a:latin typeface="Corbel"/>
              </a:defRPr>
            </a:lvl1pPr>
          </a:lstStyle>
          <a:p>
            <a:pPr indent="0" algn="r" defTabSz="457200">
              <a:lnSpc>
                <a:spcPct val="100000"/>
              </a:lnSpc>
              <a:buNone/>
            </a:pPr>
            <a:fld id="{2DC5DCF4-E205-4745-846A-B3AE6C211E0A}" type="slidenum">
              <a:rPr b="1" lang="en-US" sz="1200" spc="-1" strike="noStrike">
                <a:solidFill>
                  <a:schemeClr val="accent1"/>
                </a:solidFill>
                <a:latin typeface="Corbel"/>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Rectangle 6"/>
          <p:cNvSpPr/>
          <p:nvPr/>
        </p:nvSpPr>
        <p:spPr>
          <a:xfrm>
            <a:off x="0" y="758880"/>
            <a:ext cx="3443400" cy="5330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3" name="Rectangle 37"/>
          <p:cNvSpPr/>
          <p:nvPr/>
        </p:nvSpPr>
        <p:spPr>
          <a:xfrm>
            <a:off x="11815920" y="758880"/>
            <a:ext cx="383760" cy="533052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54"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zh-CN" sz="3600" spc="-60" strike="noStrike">
                <a:solidFill>
                  <a:srgbClr val="ffffff"/>
                </a:solidFill>
                <a:latin typeface="Corbel"/>
              </a:rPr>
              <a:t>单击此处编辑母版标题样式</a:t>
            </a:r>
            <a:endParaRPr b="0" lang="en-US" sz="3600" spc="-1" strike="noStrike">
              <a:solidFill>
                <a:schemeClr val="dk1"/>
              </a:solidFill>
              <a:latin typeface="Corbel"/>
            </a:endParaRPr>
          </a:p>
        </p:txBody>
      </p:sp>
      <p:sp>
        <p:nvSpPr>
          <p:cNvPr id="55" name="PlaceHolder 2"/>
          <p:cNvSpPr>
            <a:spLocks noGrp="1"/>
          </p:cNvSpPr>
          <p:nvPr>
            <p:ph type="body"/>
          </p:nvPr>
        </p:nvSpPr>
        <p:spPr>
          <a:xfrm>
            <a:off x="3867840" y="1023480"/>
            <a:ext cx="3474360" cy="80748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zh-CN" sz="2000" spc="-1" strike="noStrike">
                <a:solidFill>
                  <a:schemeClr val="dk1">
                    <a:lumMod val="65000"/>
                    <a:lumOff val="35000"/>
                  </a:schemeClr>
                </a:solidFill>
                <a:latin typeface="Corbel"/>
              </a:rPr>
              <a:t>单击此处编辑母版文本样式</a:t>
            </a:r>
            <a:endParaRPr b="0" lang="en-US" sz="2000" spc="-1" strike="noStrike">
              <a:solidFill>
                <a:schemeClr val="dk1">
                  <a:lumMod val="65000"/>
                  <a:lumOff val="35000"/>
                </a:schemeClr>
              </a:solidFill>
              <a:latin typeface="Corbel"/>
            </a:endParaRPr>
          </a:p>
        </p:txBody>
      </p:sp>
      <p:sp>
        <p:nvSpPr>
          <p:cNvPr id="56" name="PlaceHolder 3"/>
          <p:cNvSpPr>
            <a:spLocks noGrp="1"/>
          </p:cNvSpPr>
          <p:nvPr>
            <p:ph type="body"/>
          </p:nvPr>
        </p:nvSpPr>
        <p:spPr>
          <a:xfrm>
            <a:off x="3867840" y="1931040"/>
            <a:ext cx="3474360" cy="402300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zh-CN" sz="2000" spc="-1" strike="noStrike">
                <a:solidFill>
                  <a:schemeClr val="dk1">
                    <a:lumMod val="65000"/>
                    <a:lumOff val="35000"/>
                  </a:schemeClr>
                </a:solidFill>
                <a:latin typeface="Corbel"/>
              </a:rPr>
              <a:t>单击此处编辑母版文本样式</a:t>
            </a:r>
            <a:endParaRPr b="0" lang="en-US" sz="2000" spc="-1" strike="noStrike">
              <a:solidFill>
                <a:schemeClr val="dk1">
                  <a:lumMod val="65000"/>
                  <a:lumOff val="35000"/>
                </a:schemeClr>
              </a:solidFill>
              <a:latin typeface="Corbel"/>
            </a:endParaRPr>
          </a:p>
          <a:p>
            <a:pPr lvl="1" marL="685800" indent="-182880" defTabSz="914400">
              <a:lnSpc>
                <a:spcPct val="90000"/>
              </a:lnSpc>
              <a:spcBef>
                <a:spcPts val="249"/>
              </a:spcBef>
              <a:spcAft>
                <a:spcPts val="249"/>
              </a:spcAft>
              <a:buClr>
                <a:srgbClr val="40bad2"/>
              </a:buClr>
              <a:buFont typeface="Wingdings 2" charset="2"/>
              <a:buChar char=""/>
            </a:pPr>
            <a:r>
              <a:rPr b="0" lang="zh-CN" sz="1800" spc="-1" strike="noStrike">
                <a:solidFill>
                  <a:schemeClr val="dk1">
                    <a:lumMod val="65000"/>
                    <a:lumOff val="35000"/>
                  </a:schemeClr>
                </a:solidFill>
                <a:latin typeface="Corbel"/>
              </a:rPr>
              <a:t>二级</a:t>
            </a:r>
            <a:endParaRPr b="0" lang="en-US" sz="1800" spc="-1" strike="noStrike">
              <a:solidFill>
                <a:schemeClr val="dk1">
                  <a:lumMod val="65000"/>
                  <a:lumOff val="35000"/>
                </a:schemeClr>
              </a:solidFill>
              <a:latin typeface="Corbel"/>
            </a:endParaRPr>
          </a:p>
          <a:p>
            <a:pPr lvl="2" marL="1143000" indent="-182880" defTabSz="914400">
              <a:lnSpc>
                <a:spcPct val="90000"/>
              </a:lnSpc>
              <a:spcBef>
                <a:spcPts val="249"/>
              </a:spcBef>
              <a:spcAft>
                <a:spcPts val="249"/>
              </a:spcAft>
              <a:buClr>
                <a:srgbClr val="40bad2"/>
              </a:buClr>
              <a:buFont typeface="Wingdings 2" charset="2"/>
              <a:buChar char=""/>
            </a:pPr>
            <a:r>
              <a:rPr b="0" lang="zh-CN" sz="1600" spc="-1" strike="noStrike">
                <a:solidFill>
                  <a:schemeClr val="dk1">
                    <a:lumMod val="65000"/>
                    <a:lumOff val="35000"/>
                  </a:schemeClr>
                </a:solidFill>
                <a:latin typeface="Corbel"/>
              </a:rPr>
              <a:t>三级</a:t>
            </a:r>
            <a:endParaRPr b="0" lang="en-US" sz="1600" spc="-1" strike="noStrike">
              <a:solidFill>
                <a:schemeClr val="dk1">
                  <a:lumMod val="65000"/>
                  <a:lumOff val="35000"/>
                </a:schemeClr>
              </a:solidFill>
              <a:latin typeface="Corbel"/>
            </a:endParaRPr>
          </a:p>
          <a:p>
            <a:pPr lvl="3" marL="16002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四级</a:t>
            </a:r>
            <a:endParaRPr b="0" lang="en-US" sz="1400" spc="-1" strike="noStrike">
              <a:solidFill>
                <a:schemeClr val="dk1">
                  <a:lumMod val="65000"/>
                  <a:lumOff val="35000"/>
                </a:schemeClr>
              </a:solidFill>
              <a:latin typeface="Corbel"/>
            </a:endParaRPr>
          </a:p>
          <a:p>
            <a:pPr lvl="4" marL="20574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五级</a:t>
            </a:r>
            <a:endParaRPr b="0" lang="en-US" sz="1400" spc="-1" strike="noStrike">
              <a:solidFill>
                <a:schemeClr val="dk1">
                  <a:lumMod val="65000"/>
                  <a:lumOff val="35000"/>
                </a:schemeClr>
              </a:solidFill>
              <a:latin typeface="Corbel"/>
            </a:endParaRPr>
          </a:p>
        </p:txBody>
      </p:sp>
      <p:sp>
        <p:nvSpPr>
          <p:cNvPr id="57" name="PlaceHolder 4"/>
          <p:cNvSpPr>
            <a:spLocks noGrp="1"/>
          </p:cNvSpPr>
          <p:nvPr>
            <p:ph type="body"/>
          </p:nvPr>
        </p:nvSpPr>
        <p:spPr>
          <a:xfrm>
            <a:off x="7818480" y="1023480"/>
            <a:ext cx="3474360" cy="812880"/>
          </a:xfrm>
          <a:prstGeom prst="rect">
            <a:avLst/>
          </a:prstGeom>
          <a:noFill/>
          <a:ln w="0">
            <a:noFill/>
          </a:ln>
        </p:spPr>
        <p:txBody>
          <a:bodyPr lIns="91440" rIns="91440" tIns="45720" bIns="45720" anchor="b">
            <a:normAutofit/>
          </a:bodyPr>
          <a:p>
            <a:pPr indent="0" defTabSz="914400">
              <a:lnSpc>
                <a:spcPct val="90000"/>
              </a:lnSpc>
              <a:buNone/>
              <a:tabLst>
                <a:tab algn="l" pos="0"/>
              </a:tabLst>
            </a:pPr>
            <a:r>
              <a:rPr b="1" lang="zh-CN" sz="2000" spc="-1" strike="noStrike">
                <a:solidFill>
                  <a:schemeClr val="dk1">
                    <a:lumMod val="65000"/>
                    <a:lumOff val="35000"/>
                  </a:schemeClr>
                </a:solidFill>
                <a:latin typeface="Corbel"/>
              </a:rPr>
              <a:t>单击此处编辑母版文本样式</a:t>
            </a:r>
            <a:endParaRPr b="0" lang="en-US" sz="2000" spc="-1" strike="noStrike">
              <a:solidFill>
                <a:schemeClr val="dk1">
                  <a:lumMod val="65000"/>
                  <a:lumOff val="35000"/>
                </a:schemeClr>
              </a:solidFill>
              <a:latin typeface="Corbel"/>
            </a:endParaRPr>
          </a:p>
        </p:txBody>
      </p:sp>
      <p:sp>
        <p:nvSpPr>
          <p:cNvPr id="58" name="PlaceHolder 5"/>
          <p:cNvSpPr>
            <a:spLocks noGrp="1"/>
          </p:cNvSpPr>
          <p:nvPr>
            <p:ph type="body"/>
          </p:nvPr>
        </p:nvSpPr>
        <p:spPr>
          <a:xfrm>
            <a:off x="7818480" y="1931040"/>
            <a:ext cx="3474360" cy="402300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zh-CN" sz="2000" spc="-1" strike="noStrike">
                <a:solidFill>
                  <a:schemeClr val="dk1">
                    <a:lumMod val="65000"/>
                    <a:lumOff val="35000"/>
                  </a:schemeClr>
                </a:solidFill>
                <a:latin typeface="Corbel"/>
              </a:rPr>
              <a:t>单击此处编辑母版文本样式</a:t>
            </a:r>
            <a:endParaRPr b="0" lang="en-US" sz="2000" spc="-1" strike="noStrike">
              <a:solidFill>
                <a:schemeClr val="dk1">
                  <a:lumMod val="65000"/>
                  <a:lumOff val="35000"/>
                </a:schemeClr>
              </a:solidFill>
              <a:latin typeface="Corbel"/>
            </a:endParaRPr>
          </a:p>
          <a:p>
            <a:pPr lvl="1" marL="685800" indent="-182880" defTabSz="914400">
              <a:lnSpc>
                <a:spcPct val="90000"/>
              </a:lnSpc>
              <a:spcBef>
                <a:spcPts val="249"/>
              </a:spcBef>
              <a:spcAft>
                <a:spcPts val="249"/>
              </a:spcAft>
              <a:buClr>
                <a:srgbClr val="40bad2"/>
              </a:buClr>
              <a:buFont typeface="Wingdings 2" charset="2"/>
              <a:buChar char=""/>
            </a:pPr>
            <a:r>
              <a:rPr b="0" lang="zh-CN" sz="1800" spc="-1" strike="noStrike">
                <a:solidFill>
                  <a:schemeClr val="dk1">
                    <a:lumMod val="65000"/>
                    <a:lumOff val="35000"/>
                  </a:schemeClr>
                </a:solidFill>
                <a:latin typeface="Corbel"/>
              </a:rPr>
              <a:t>二级</a:t>
            </a:r>
            <a:endParaRPr b="0" lang="en-US" sz="1800" spc="-1" strike="noStrike">
              <a:solidFill>
                <a:schemeClr val="dk1">
                  <a:lumMod val="65000"/>
                  <a:lumOff val="35000"/>
                </a:schemeClr>
              </a:solidFill>
              <a:latin typeface="Corbel"/>
            </a:endParaRPr>
          </a:p>
          <a:p>
            <a:pPr lvl="2" marL="1143000" indent="-182880" defTabSz="914400">
              <a:lnSpc>
                <a:spcPct val="90000"/>
              </a:lnSpc>
              <a:spcBef>
                <a:spcPts val="249"/>
              </a:spcBef>
              <a:spcAft>
                <a:spcPts val="249"/>
              </a:spcAft>
              <a:buClr>
                <a:srgbClr val="40bad2"/>
              </a:buClr>
              <a:buFont typeface="Wingdings 2" charset="2"/>
              <a:buChar char=""/>
            </a:pPr>
            <a:r>
              <a:rPr b="0" lang="zh-CN" sz="1600" spc="-1" strike="noStrike">
                <a:solidFill>
                  <a:schemeClr val="dk1">
                    <a:lumMod val="65000"/>
                    <a:lumOff val="35000"/>
                  </a:schemeClr>
                </a:solidFill>
                <a:latin typeface="Corbel"/>
              </a:rPr>
              <a:t>三级</a:t>
            </a:r>
            <a:endParaRPr b="0" lang="en-US" sz="1600" spc="-1" strike="noStrike">
              <a:solidFill>
                <a:schemeClr val="dk1">
                  <a:lumMod val="65000"/>
                  <a:lumOff val="35000"/>
                </a:schemeClr>
              </a:solidFill>
              <a:latin typeface="Corbel"/>
            </a:endParaRPr>
          </a:p>
          <a:p>
            <a:pPr lvl="3" marL="16002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四级</a:t>
            </a:r>
            <a:endParaRPr b="0" lang="en-US" sz="1400" spc="-1" strike="noStrike">
              <a:solidFill>
                <a:schemeClr val="dk1">
                  <a:lumMod val="65000"/>
                  <a:lumOff val="35000"/>
                </a:schemeClr>
              </a:solidFill>
              <a:latin typeface="Corbel"/>
            </a:endParaRPr>
          </a:p>
          <a:p>
            <a:pPr lvl="4" marL="20574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五级</a:t>
            </a:r>
            <a:endParaRPr b="0" lang="en-US" sz="1400" spc="-1" strike="noStrike">
              <a:solidFill>
                <a:schemeClr val="dk1">
                  <a:lumMod val="65000"/>
                  <a:lumOff val="35000"/>
                </a:schemeClr>
              </a:solidFill>
              <a:latin typeface="Corbel"/>
            </a:endParaRPr>
          </a:p>
        </p:txBody>
      </p:sp>
      <p:sp>
        <p:nvSpPr>
          <p:cNvPr id="59" name="PlaceHolder 6"/>
          <p:cNvSpPr>
            <a:spLocks noGrp="1"/>
          </p:cNvSpPr>
          <p:nvPr>
            <p:ph type="dt" idx="19"/>
          </p:nvPr>
        </p:nvSpPr>
        <p:spPr>
          <a:xfrm>
            <a:off x="26244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100" spc="-1" strike="noStrike">
                <a:solidFill>
                  <a:schemeClr val="dk1">
                    <a:lumMod val="50000"/>
                    <a:lumOff val="50000"/>
                  </a:schemeClr>
                </a:solidFill>
                <a:latin typeface="Corbel"/>
              </a:defRPr>
            </a:lvl1pPr>
          </a:lstStyle>
          <a:p>
            <a:pPr indent="0" defTabSz="457200">
              <a:lnSpc>
                <a:spcPct val="100000"/>
              </a:lnSpc>
              <a:buNone/>
            </a:pPr>
            <a:r>
              <a:rPr b="0" lang="en-US" sz="1100" spc="-1" strike="noStrike">
                <a:solidFill>
                  <a:schemeClr val="dk1">
                    <a:lumMod val="50000"/>
                    <a:lumOff val="50000"/>
                  </a:schemeClr>
                </a:solidFill>
                <a:latin typeface="Corbel"/>
              </a:rPr>
              <a:t>&lt;date/time&gt;</a:t>
            </a:r>
            <a:endParaRPr b="0" lang="en-US" sz="1100" spc="-1" strike="noStrike">
              <a:solidFill>
                <a:srgbClr val="000000"/>
              </a:solidFill>
              <a:latin typeface="Times New Roman"/>
            </a:endParaRPr>
          </a:p>
        </p:txBody>
      </p:sp>
      <p:sp>
        <p:nvSpPr>
          <p:cNvPr id="60" name="PlaceHolder 7"/>
          <p:cNvSpPr>
            <a:spLocks noGrp="1"/>
          </p:cNvSpPr>
          <p:nvPr>
            <p:ph type="ftr" idx="20"/>
          </p:nvPr>
        </p:nvSpPr>
        <p:spPr>
          <a:xfrm>
            <a:off x="3869280" y="6356520"/>
            <a:ext cx="591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1" name="PlaceHolder 8"/>
          <p:cNvSpPr>
            <a:spLocks noGrp="1"/>
          </p:cNvSpPr>
          <p:nvPr>
            <p:ph type="sldNum" idx="21"/>
          </p:nvPr>
        </p:nvSpPr>
        <p:spPr>
          <a:xfrm>
            <a:off x="10634040" y="6356520"/>
            <a:ext cx="1530720" cy="364680"/>
          </a:xfrm>
          <a:prstGeom prst="rect">
            <a:avLst/>
          </a:prstGeom>
          <a:noFill/>
          <a:ln w="0">
            <a:noFill/>
          </a:ln>
        </p:spPr>
        <p:txBody>
          <a:bodyPr lIns="91440" rIns="91440" tIns="45720" bIns="45720" anchor="ctr">
            <a:noAutofit/>
          </a:bodyPr>
          <a:lstStyle>
            <a:lvl1pPr indent="0" algn="r" defTabSz="457200">
              <a:lnSpc>
                <a:spcPct val="100000"/>
              </a:lnSpc>
              <a:buNone/>
              <a:defRPr b="1" lang="en-US" sz="1200" spc="-1" strike="noStrike">
                <a:solidFill>
                  <a:schemeClr val="accent1"/>
                </a:solidFill>
                <a:latin typeface="Corbel"/>
              </a:defRPr>
            </a:lvl1pPr>
          </a:lstStyle>
          <a:p>
            <a:pPr indent="0" algn="r" defTabSz="457200">
              <a:lnSpc>
                <a:spcPct val="100000"/>
              </a:lnSpc>
              <a:buNone/>
            </a:pPr>
            <a:fld id="{7545C3C6-4CB9-46F1-A0AB-8469B6BB1B4E}" type="slidenum">
              <a:rPr b="1" lang="en-US" sz="1200" spc="-1" strike="noStrike">
                <a:solidFill>
                  <a:schemeClr val="accent1"/>
                </a:solidFill>
                <a:latin typeface="Corbel"/>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 name="Rectangle 6"/>
          <p:cNvSpPr/>
          <p:nvPr/>
        </p:nvSpPr>
        <p:spPr>
          <a:xfrm>
            <a:off x="0" y="758880"/>
            <a:ext cx="3443400" cy="5330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3" name="Rectangle 37"/>
          <p:cNvSpPr/>
          <p:nvPr/>
        </p:nvSpPr>
        <p:spPr>
          <a:xfrm>
            <a:off x="11815920" y="758880"/>
            <a:ext cx="383760" cy="533052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64"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zh-CN" sz="3600" spc="-60" strike="noStrike">
                <a:solidFill>
                  <a:srgbClr val="ffffff"/>
                </a:solidFill>
                <a:latin typeface="Corbel"/>
              </a:rPr>
              <a:t>单击此处编辑母版标题样式</a:t>
            </a:r>
            <a:endParaRPr b="0" lang="en-US" sz="3600" spc="-1" strike="noStrike">
              <a:solidFill>
                <a:schemeClr val="dk1"/>
              </a:solidFill>
              <a:latin typeface="Corbel"/>
            </a:endParaRPr>
          </a:p>
        </p:txBody>
      </p:sp>
      <p:sp>
        <p:nvSpPr>
          <p:cNvPr id="65" name="PlaceHolder 2"/>
          <p:cNvSpPr>
            <a:spLocks noGrp="1"/>
          </p:cNvSpPr>
          <p:nvPr>
            <p:ph type="dt" idx="22"/>
          </p:nvPr>
        </p:nvSpPr>
        <p:spPr>
          <a:xfrm>
            <a:off x="26244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100" spc="-1" strike="noStrike">
                <a:solidFill>
                  <a:schemeClr val="dk1">
                    <a:lumMod val="50000"/>
                    <a:lumOff val="50000"/>
                  </a:schemeClr>
                </a:solidFill>
                <a:latin typeface="Corbel"/>
              </a:defRPr>
            </a:lvl1pPr>
          </a:lstStyle>
          <a:p>
            <a:pPr indent="0" defTabSz="457200">
              <a:lnSpc>
                <a:spcPct val="100000"/>
              </a:lnSpc>
              <a:buNone/>
            </a:pPr>
            <a:r>
              <a:rPr b="0" lang="en-US" sz="1100" spc="-1" strike="noStrike">
                <a:solidFill>
                  <a:schemeClr val="dk1">
                    <a:lumMod val="50000"/>
                    <a:lumOff val="50000"/>
                  </a:schemeClr>
                </a:solidFill>
                <a:latin typeface="Corbel"/>
              </a:rPr>
              <a:t>&lt;date/time&gt;</a:t>
            </a:r>
            <a:endParaRPr b="0" lang="en-US" sz="1100" spc="-1" strike="noStrike">
              <a:solidFill>
                <a:srgbClr val="000000"/>
              </a:solidFill>
              <a:latin typeface="Times New Roman"/>
            </a:endParaRPr>
          </a:p>
        </p:txBody>
      </p:sp>
      <p:sp>
        <p:nvSpPr>
          <p:cNvPr id="66" name="PlaceHolder 3"/>
          <p:cNvSpPr>
            <a:spLocks noGrp="1"/>
          </p:cNvSpPr>
          <p:nvPr>
            <p:ph type="ftr" idx="23"/>
          </p:nvPr>
        </p:nvSpPr>
        <p:spPr>
          <a:xfrm>
            <a:off x="3869280" y="6356520"/>
            <a:ext cx="591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7" name="PlaceHolder 4"/>
          <p:cNvSpPr>
            <a:spLocks noGrp="1"/>
          </p:cNvSpPr>
          <p:nvPr>
            <p:ph type="sldNum" idx="24"/>
          </p:nvPr>
        </p:nvSpPr>
        <p:spPr>
          <a:xfrm>
            <a:off x="10634040" y="6356520"/>
            <a:ext cx="1530720" cy="364680"/>
          </a:xfrm>
          <a:prstGeom prst="rect">
            <a:avLst/>
          </a:prstGeom>
          <a:noFill/>
          <a:ln w="0">
            <a:noFill/>
          </a:ln>
        </p:spPr>
        <p:txBody>
          <a:bodyPr lIns="91440" rIns="91440" tIns="45720" bIns="45720" anchor="ctr">
            <a:noAutofit/>
          </a:bodyPr>
          <a:lstStyle>
            <a:lvl1pPr indent="0" algn="r" defTabSz="457200">
              <a:lnSpc>
                <a:spcPct val="100000"/>
              </a:lnSpc>
              <a:buNone/>
              <a:defRPr b="1" lang="en-US" sz="1200" spc="-1" strike="noStrike">
                <a:solidFill>
                  <a:schemeClr val="accent1"/>
                </a:solidFill>
                <a:latin typeface="Corbel"/>
              </a:defRPr>
            </a:lvl1pPr>
          </a:lstStyle>
          <a:p>
            <a:pPr indent="0" algn="r" defTabSz="457200">
              <a:lnSpc>
                <a:spcPct val="100000"/>
              </a:lnSpc>
              <a:buNone/>
            </a:pPr>
            <a:fld id="{6207D8B1-CA24-4E33-8A35-2557222FF901}" type="slidenum">
              <a:rPr b="1" lang="en-US" sz="1200" spc="-1" strike="noStrike">
                <a:solidFill>
                  <a:schemeClr val="accent1"/>
                </a:solidFill>
                <a:latin typeface="Corbel"/>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Rectangle 6" hidden="1"/>
          <p:cNvSpPr/>
          <p:nvPr/>
        </p:nvSpPr>
        <p:spPr>
          <a:xfrm>
            <a:off x="0" y="758880"/>
            <a:ext cx="3443400" cy="5330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70" name="Rectangle 37" hidden="1"/>
          <p:cNvSpPr/>
          <p:nvPr/>
        </p:nvSpPr>
        <p:spPr>
          <a:xfrm>
            <a:off x="11815920" y="758880"/>
            <a:ext cx="383760" cy="533052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71" name="PlaceHolder 1"/>
          <p:cNvSpPr>
            <a:spLocks noGrp="1"/>
          </p:cNvSpPr>
          <p:nvPr>
            <p:ph type="dt" idx="25"/>
          </p:nvPr>
        </p:nvSpPr>
        <p:spPr>
          <a:xfrm>
            <a:off x="26244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100" spc="-1" strike="noStrike">
                <a:solidFill>
                  <a:schemeClr val="dk1">
                    <a:lumMod val="50000"/>
                    <a:lumOff val="50000"/>
                  </a:schemeClr>
                </a:solidFill>
                <a:latin typeface="Corbel"/>
              </a:defRPr>
            </a:lvl1pPr>
          </a:lstStyle>
          <a:p>
            <a:pPr indent="0" defTabSz="457200">
              <a:lnSpc>
                <a:spcPct val="100000"/>
              </a:lnSpc>
              <a:buNone/>
            </a:pPr>
            <a:r>
              <a:rPr b="0" lang="en-US" sz="1100" spc="-1" strike="noStrike">
                <a:solidFill>
                  <a:schemeClr val="dk1">
                    <a:lumMod val="50000"/>
                    <a:lumOff val="50000"/>
                  </a:schemeClr>
                </a:solidFill>
                <a:latin typeface="Corbel"/>
              </a:rPr>
              <a:t>&lt;date/time&gt;</a:t>
            </a:r>
            <a:endParaRPr b="0" lang="en-US" sz="1100" spc="-1" strike="noStrike">
              <a:solidFill>
                <a:srgbClr val="000000"/>
              </a:solidFill>
              <a:latin typeface="Times New Roman"/>
            </a:endParaRPr>
          </a:p>
        </p:txBody>
      </p:sp>
      <p:sp>
        <p:nvSpPr>
          <p:cNvPr id="72" name="PlaceHolder 2"/>
          <p:cNvSpPr>
            <a:spLocks noGrp="1"/>
          </p:cNvSpPr>
          <p:nvPr>
            <p:ph type="ftr" idx="26"/>
          </p:nvPr>
        </p:nvSpPr>
        <p:spPr>
          <a:xfrm>
            <a:off x="3869280" y="6356520"/>
            <a:ext cx="591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3" name="PlaceHolder 3"/>
          <p:cNvSpPr>
            <a:spLocks noGrp="1"/>
          </p:cNvSpPr>
          <p:nvPr>
            <p:ph type="sldNum" idx="27"/>
          </p:nvPr>
        </p:nvSpPr>
        <p:spPr>
          <a:xfrm>
            <a:off x="10634040" y="6356520"/>
            <a:ext cx="1530720" cy="364680"/>
          </a:xfrm>
          <a:prstGeom prst="rect">
            <a:avLst/>
          </a:prstGeom>
          <a:noFill/>
          <a:ln w="0">
            <a:noFill/>
          </a:ln>
        </p:spPr>
        <p:txBody>
          <a:bodyPr lIns="91440" rIns="91440" tIns="45720" bIns="45720" anchor="ctr">
            <a:noAutofit/>
          </a:bodyPr>
          <a:lstStyle>
            <a:lvl1pPr indent="0" algn="r" defTabSz="457200">
              <a:lnSpc>
                <a:spcPct val="100000"/>
              </a:lnSpc>
              <a:buNone/>
              <a:defRPr b="1" lang="en-US" sz="1200" spc="-1" strike="noStrike">
                <a:solidFill>
                  <a:schemeClr val="accent1"/>
                </a:solidFill>
                <a:latin typeface="Corbel"/>
              </a:defRPr>
            </a:lvl1pPr>
          </a:lstStyle>
          <a:p>
            <a:pPr indent="0" algn="r" defTabSz="457200">
              <a:lnSpc>
                <a:spcPct val="100000"/>
              </a:lnSpc>
              <a:buNone/>
            </a:pPr>
            <a:fld id="{D744B91D-9B3D-4604-8953-975C699FDB4F}" type="slidenum">
              <a:rPr b="1" lang="en-US" sz="1200" spc="-1" strike="noStrike">
                <a:solidFill>
                  <a:schemeClr val="accent1"/>
                </a:solidFill>
                <a:latin typeface="Corbel"/>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Rectangle 6"/>
          <p:cNvSpPr/>
          <p:nvPr/>
        </p:nvSpPr>
        <p:spPr>
          <a:xfrm>
            <a:off x="0" y="758880"/>
            <a:ext cx="3443400" cy="5330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75" name="Rectangle 37"/>
          <p:cNvSpPr/>
          <p:nvPr/>
        </p:nvSpPr>
        <p:spPr>
          <a:xfrm>
            <a:off x="11815920" y="758880"/>
            <a:ext cx="383760" cy="533052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76" name="PlaceHolder 1"/>
          <p:cNvSpPr>
            <a:spLocks noGrp="1"/>
          </p:cNvSpPr>
          <p:nvPr>
            <p:ph type="title"/>
          </p:nvPr>
        </p:nvSpPr>
        <p:spPr>
          <a:xfrm>
            <a:off x="255960" y="1143000"/>
            <a:ext cx="2834280" cy="2377080"/>
          </a:xfrm>
          <a:prstGeom prst="rect">
            <a:avLst/>
          </a:prstGeom>
          <a:noFill/>
          <a:ln w="0">
            <a:noFill/>
          </a:ln>
        </p:spPr>
        <p:txBody>
          <a:bodyPr lIns="91440" rIns="91440" tIns="45720" bIns="45720" anchor="b">
            <a:normAutofit/>
          </a:bodyPr>
          <a:p>
            <a:pPr indent="0" defTabSz="914400">
              <a:lnSpc>
                <a:spcPct val="90000"/>
              </a:lnSpc>
              <a:buNone/>
            </a:pPr>
            <a:r>
              <a:rPr b="0" lang="zh-CN" sz="3200" spc="-60" strike="noStrike">
                <a:solidFill>
                  <a:srgbClr val="ffffff"/>
                </a:solidFill>
                <a:latin typeface="Corbel"/>
              </a:rPr>
              <a:t>单击此处编辑母版标题样式</a:t>
            </a:r>
            <a:endParaRPr b="0" lang="en-US" sz="3200" spc="-1" strike="noStrike">
              <a:solidFill>
                <a:schemeClr val="dk1"/>
              </a:solidFill>
              <a:latin typeface="Corbel"/>
            </a:endParaRPr>
          </a:p>
        </p:txBody>
      </p:sp>
      <p:sp>
        <p:nvSpPr>
          <p:cNvPr id="77" name="PlaceHolder 2"/>
          <p:cNvSpPr>
            <a:spLocks noGrp="1"/>
          </p:cNvSpPr>
          <p:nvPr>
            <p:ph type="body"/>
          </p:nvPr>
        </p:nvSpPr>
        <p:spPr>
          <a:xfrm>
            <a:off x="3867840" y="86868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zh-CN" sz="2000" spc="-1" strike="noStrike">
                <a:solidFill>
                  <a:schemeClr val="dk1">
                    <a:lumMod val="65000"/>
                    <a:lumOff val="35000"/>
                  </a:schemeClr>
                </a:solidFill>
                <a:latin typeface="Corbel"/>
              </a:rPr>
              <a:t>单击此处编辑母版文本样式</a:t>
            </a:r>
            <a:endParaRPr b="0" lang="en-US" sz="2000" spc="-1" strike="noStrike">
              <a:solidFill>
                <a:schemeClr val="dk1">
                  <a:lumMod val="65000"/>
                  <a:lumOff val="35000"/>
                </a:schemeClr>
              </a:solidFill>
              <a:latin typeface="Corbel"/>
            </a:endParaRPr>
          </a:p>
          <a:p>
            <a:pPr lvl="1" marL="685800" indent="-182880" defTabSz="914400">
              <a:lnSpc>
                <a:spcPct val="90000"/>
              </a:lnSpc>
              <a:spcBef>
                <a:spcPts val="249"/>
              </a:spcBef>
              <a:spcAft>
                <a:spcPts val="249"/>
              </a:spcAft>
              <a:buClr>
                <a:srgbClr val="40bad2"/>
              </a:buClr>
              <a:buFont typeface="Wingdings 2" charset="2"/>
              <a:buChar char=""/>
            </a:pPr>
            <a:r>
              <a:rPr b="0" lang="zh-CN" sz="1800" spc="-1" strike="noStrike">
                <a:solidFill>
                  <a:schemeClr val="dk1">
                    <a:lumMod val="65000"/>
                    <a:lumOff val="35000"/>
                  </a:schemeClr>
                </a:solidFill>
                <a:latin typeface="Corbel"/>
              </a:rPr>
              <a:t>二级</a:t>
            </a:r>
            <a:endParaRPr b="0" lang="en-US" sz="1800" spc="-1" strike="noStrike">
              <a:solidFill>
                <a:schemeClr val="dk1">
                  <a:lumMod val="65000"/>
                  <a:lumOff val="35000"/>
                </a:schemeClr>
              </a:solidFill>
              <a:latin typeface="Corbel"/>
            </a:endParaRPr>
          </a:p>
          <a:p>
            <a:pPr lvl="2" marL="1143000" indent="-182880" defTabSz="914400">
              <a:lnSpc>
                <a:spcPct val="90000"/>
              </a:lnSpc>
              <a:spcBef>
                <a:spcPts val="249"/>
              </a:spcBef>
              <a:spcAft>
                <a:spcPts val="249"/>
              </a:spcAft>
              <a:buClr>
                <a:srgbClr val="40bad2"/>
              </a:buClr>
              <a:buFont typeface="Wingdings 2" charset="2"/>
              <a:buChar char=""/>
            </a:pPr>
            <a:r>
              <a:rPr b="0" lang="zh-CN" sz="1600" spc="-1" strike="noStrike">
                <a:solidFill>
                  <a:schemeClr val="dk1">
                    <a:lumMod val="65000"/>
                    <a:lumOff val="35000"/>
                  </a:schemeClr>
                </a:solidFill>
                <a:latin typeface="Corbel"/>
              </a:rPr>
              <a:t>三级</a:t>
            </a:r>
            <a:endParaRPr b="0" lang="en-US" sz="1600" spc="-1" strike="noStrike">
              <a:solidFill>
                <a:schemeClr val="dk1">
                  <a:lumMod val="65000"/>
                  <a:lumOff val="35000"/>
                </a:schemeClr>
              </a:solidFill>
              <a:latin typeface="Corbel"/>
            </a:endParaRPr>
          </a:p>
          <a:p>
            <a:pPr lvl="3" marL="16002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四级</a:t>
            </a:r>
            <a:endParaRPr b="0" lang="en-US" sz="1400" spc="-1" strike="noStrike">
              <a:solidFill>
                <a:schemeClr val="dk1">
                  <a:lumMod val="65000"/>
                  <a:lumOff val="35000"/>
                </a:schemeClr>
              </a:solidFill>
              <a:latin typeface="Corbel"/>
            </a:endParaRPr>
          </a:p>
          <a:p>
            <a:pPr lvl="4" marL="2057400" indent="-182880" defTabSz="914400">
              <a:lnSpc>
                <a:spcPct val="90000"/>
              </a:lnSpc>
              <a:spcBef>
                <a:spcPts val="249"/>
              </a:spcBef>
              <a:spcAft>
                <a:spcPts val="249"/>
              </a:spcAft>
              <a:buClr>
                <a:srgbClr val="40bad2"/>
              </a:buClr>
              <a:buFont typeface="Wingdings 2" charset="2"/>
              <a:buChar char=""/>
            </a:pPr>
            <a:r>
              <a:rPr b="0" lang="zh-CN" sz="1400" spc="-1" strike="noStrike">
                <a:solidFill>
                  <a:schemeClr val="dk1">
                    <a:lumMod val="65000"/>
                    <a:lumOff val="35000"/>
                  </a:schemeClr>
                </a:solidFill>
                <a:latin typeface="Corbel"/>
              </a:rPr>
              <a:t>五级</a:t>
            </a:r>
            <a:endParaRPr b="0" lang="en-US" sz="1400" spc="-1" strike="noStrike">
              <a:solidFill>
                <a:schemeClr val="dk1">
                  <a:lumMod val="65000"/>
                  <a:lumOff val="35000"/>
                </a:schemeClr>
              </a:solidFill>
              <a:latin typeface="Corbel"/>
            </a:endParaRPr>
          </a:p>
        </p:txBody>
      </p:sp>
      <p:sp>
        <p:nvSpPr>
          <p:cNvPr id="78" name="PlaceHolder 3"/>
          <p:cNvSpPr>
            <a:spLocks noGrp="1"/>
          </p:cNvSpPr>
          <p:nvPr>
            <p:ph type="body"/>
          </p:nvPr>
        </p:nvSpPr>
        <p:spPr>
          <a:xfrm>
            <a:off x="255960" y="3494160"/>
            <a:ext cx="2834280" cy="2321640"/>
          </a:xfrm>
          <a:prstGeom prst="rect">
            <a:avLst/>
          </a:prstGeom>
          <a:noFill/>
          <a:ln w="0">
            <a:noFill/>
          </a:ln>
        </p:spPr>
        <p:txBody>
          <a:bodyPr lIns="91440" rIns="91440" tIns="45720" bIns="45720" anchor="t">
            <a:normAutofit/>
          </a:bodyPr>
          <a:p>
            <a:pPr indent="0" defTabSz="914400">
              <a:lnSpc>
                <a:spcPct val="100000"/>
              </a:lnSpc>
              <a:spcBef>
                <a:spcPts val="1199"/>
              </a:spcBef>
              <a:buNone/>
              <a:tabLst>
                <a:tab algn="l" pos="0"/>
              </a:tabLst>
            </a:pPr>
            <a:r>
              <a:rPr b="0" lang="zh-CN" sz="1400" spc="-1" strike="noStrike">
                <a:solidFill>
                  <a:srgbClr val="ffffff"/>
                </a:solidFill>
                <a:latin typeface="Corbel"/>
              </a:rPr>
              <a:t>单击此处编辑母版文本样式</a:t>
            </a:r>
            <a:endParaRPr b="0" lang="en-US" sz="1400" spc="-1" strike="noStrike">
              <a:solidFill>
                <a:schemeClr val="dk1">
                  <a:lumMod val="65000"/>
                  <a:lumOff val="35000"/>
                </a:schemeClr>
              </a:solidFill>
              <a:latin typeface="Corbel"/>
            </a:endParaRPr>
          </a:p>
        </p:txBody>
      </p:sp>
      <p:sp>
        <p:nvSpPr>
          <p:cNvPr id="79" name="PlaceHolder 4"/>
          <p:cNvSpPr>
            <a:spLocks noGrp="1"/>
          </p:cNvSpPr>
          <p:nvPr>
            <p:ph type="dt" idx="28"/>
          </p:nvPr>
        </p:nvSpPr>
        <p:spPr>
          <a:xfrm>
            <a:off x="26244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100" spc="-1" strike="noStrike">
                <a:solidFill>
                  <a:schemeClr val="dk1">
                    <a:lumMod val="50000"/>
                    <a:lumOff val="50000"/>
                  </a:schemeClr>
                </a:solidFill>
                <a:latin typeface="Corbel"/>
              </a:defRPr>
            </a:lvl1pPr>
          </a:lstStyle>
          <a:p>
            <a:pPr indent="0" defTabSz="457200">
              <a:lnSpc>
                <a:spcPct val="100000"/>
              </a:lnSpc>
              <a:buNone/>
            </a:pPr>
            <a:r>
              <a:rPr b="0" lang="en-US" sz="1100" spc="-1" strike="noStrike">
                <a:solidFill>
                  <a:schemeClr val="dk1">
                    <a:lumMod val="50000"/>
                    <a:lumOff val="50000"/>
                  </a:schemeClr>
                </a:solidFill>
                <a:latin typeface="Corbel"/>
              </a:rPr>
              <a:t>&lt;date/time&gt;</a:t>
            </a:r>
            <a:endParaRPr b="0" lang="en-US" sz="1100" spc="-1" strike="noStrike">
              <a:solidFill>
                <a:srgbClr val="000000"/>
              </a:solidFill>
              <a:latin typeface="Times New Roman"/>
            </a:endParaRPr>
          </a:p>
        </p:txBody>
      </p:sp>
      <p:sp>
        <p:nvSpPr>
          <p:cNvPr id="80" name="PlaceHolder 5"/>
          <p:cNvSpPr>
            <a:spLocks noGrp="1"/>
          </p:cNvSpPr>
          <p:nvPr>
            <p:ph type="ftr" idx="29"/>
          </p:nvPr>
        </p:nvSpPr>
        <p:spPr>
          <a:xfrm>
            <a:off x="3869280" y="6356520"/>
            <a:ext cx="591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1" name="PlaceHolder 6"/>
          <p:cNvSpPr>
            <a:spLocks noGrp="1"/>
          </p:cNvSpPr>
          <p:nvPr>
            <p:ph type="sldNum" idx="30"/>
          </p:nvPr>
        </p:nvSpPr>
        <p:spPr>
          <a:xfrm>
            <a:off x="10634040" y="6356520"/>
            <a:ext cx="1530720" cy="364680"/>
          </a:xfrm>
          <a:prstGeom prst="rect">
            <a:avLst/>
          </a:prstGeom>
          <a:noFill/>
          <a:ln w="0">
            <a:noFill/>
          </a:ln>
        </p:spPr>
        <p:txBody>
          <a:bodyPr lIns="91440" rIns="91440" tIns="45720" bIns="45720" anchor="ctr">
            <a:noAutofit/>
          </a:bodyPr>
          <a:lstStyle>
            <a:lvl1pPr indent="0" algn="r" defTabSz="457200">
              <a:lnSpc>
                <a:spcPct val="100000"/>
              </a:lnSpc>
              <a:buNone/>
              <a:defRPr b="1" lang="en-US" sz="1200" spc="-1" strike="noStrike">
                <a:solidFill>
                  <a:schemeClr val="accent1"/>
                </a:solidFill>
                <a:latin typeface="Corbel"/>
              </a:defRPr>
            </a:lvl1pPr>
          </a:lstStyle>
          <a:p>
            <a:pPr indent="0" algn="r" defTabSz="457200">
              <a:lnSpc>
                <a:spcPct val="100000"/>
              </a:lnSpc>
              <a:buNone/>
            </a:pPr>
            <a:fld id="{6F6FEDD2-FA3A-4AE8-BA3C-F4532A54EBA3}" type="slidenum">
              <a:rPr b="1" lang="en-US" sz="1200" spc="-1" strike="noStrike">
                <a:solidFill>
                  <a:schemeClr val="accent1"/>
                </a:solidFill>
                <a:latin typeface="Corbel"/>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Rectangle 6"/>
          <p:cNvSpPr/>
          <p:nvPr/>
        </p:nvSpPr>
        <p:spPr>
          <a:xfrm>
            <a:off x="0" y="758880"/>
            <a:ext cx="3443400" cy="5330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Rectangle 37"/>
          <p:cNvSpPr/>
          <p:nvPr/>
        </p:nvSpPr>
        <p:spPr>
          <a:xfrm>
            <a:off x="11815920" y="758880"/>
            <a:ext cx="383760" cy="533052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pc="-1" strike="noStrike">
              <a:solidFill>
                <a:srgbClr val="000000"/>
              </a:solidFill>
              <a:latin typeface="Arial"/>
            </a:endParaRPr>
          </a:p>
        </p:txBody>
      </p:sp>
      <p:sp>
        <p:nvSpPr>
          <p:cNvPr id="84" name="PlaceHolder 1"/>
          <p:cNvSpPr>
            <a:spLocks noGrp="1"/>
          </p:cNvSpPr>
          <p:nvPr>
            <p:ph type="title"/>
          </p:nvPr>
        </p:nvSpPr>
        <p:spPr>
          <a:xfrm>
            <a:off x="255960" y="1143000"/>
            <a:ext cx="2834280" cy="2377080"/>
          </a:xfrm>
          <a:prstGeom prst="rect">
            <a:avLst/>
          </a:prstGeom>
          <a:noFill/>
          <a:ln w="0">
            <a:noFill/>
          </a:ln>
        </p:spPr>
        <p:txBody>
          <a:bodyPr lIns="91440" rIns="91440" tIns="45720" bIns="45720" anchor="b">
            <a:normAutofit/>
          </a:bodyPr>
          <a:p>
            <a:pPr indent="0" defTabSz="914400">
              <a:lnSpc>
                <a:spcPct val="90000"/>
              </a:lnSpc>
              <a:buNone/>
            </a:pPr>
            <a:r>
              <a:rPr b="0" lang="zh-CN" sz="3200" spc="-60" strike="noStrike">
                <a:solidFill>
                  <a:srgbClr val="ffffff"/>
                </a:solidFill>
                <a:latin typeface="Corbel"/>
              </a:rPr>
              <a:t>单击此处编辑母版标题样式</a:t>
            </a:r>
            <a:endParaRPr b="0" lang="en-US" sz="3200" spc="-1" strike="noStrike">
              <a:solidFill>
                <a:schemeClr val="dk1"/>
              </a:solidFill>
              <a:latin typeface="Corbel"/>
            </a:endParaRPr>
          </a:p>
        </p:txBody>
      </p:sp>
      <p:sp>
        <p:nvSpPr>
          <p:cNvPr id="85" name="PlaceHolder 2"/>
          <p:cNvSpPr>
            <a:spLocks noGrp="1"/>
          </p:cNvSpPr>
          <p:nvPr>
            <p:ph type="body"/>
          </p:nvPr>
        </p:nvSpPr>
        <p:spPr>
          <a:xfrm>
            <a:off x="3570480" y="767520"/>
            <a:ext cx="8114760" cy="5330520"/>
          </a:xfrm>
          <a:prstGeom prst="rect">
            <a:avLst/>
          </a:prstGeom>
          <a:solidFill>
            <a:schemeClr val="lt1">
              <a:lumMod val="75000"/>
            </a:schemeClr>
          </a:solidFill>
          <a:ln w="0">
            <a:noFill/>
          </a:ln>
        </p:spPr>
        <p:txBody>
          <a:bodyPr lIns="90000" rIns="90000" tIns="45000" bIns="45000" anchor="t">
            <a:noAutofit/>
          </a:bodyPr>
          <a:p>
            <a:pPr indent="0" defTabSz="457200">
              <a:lnSpc>
                <a:spcPct val="100000"/>
              </a:lnSpc>
              <a:buNone/>
              <a:tabLst>
                <a:tab algn="l" pos="0"/>
              </a:tabLst>
            </a:pPr>
            <a:r>
              <a:rPr b="0" lang="zh-CN" sz="3200" spc="-1" strike="noStrike">
                <a:solidFill>
                  <a:schemeClr val="dk1"/>
                </a:solidFill>
                <a:latin typeface="Corbel"/>
              </a:rPr>
              <a:t>单击图标添加图片</a:t>
            </a:r>
            <a:endParaRPr b="0" lang="en-US" sz="3200" spc="-1" strike="noStrike">
              <a:solidFill>
                <a:schemeClr val="dk1">
                  <a:lumMod val="65000"/>
                  <a:lumOff val="35000"/>
                </a:schemeClr>
              </a:solidFill>
              <a:latin typeface="Corbel"/>
            </a:endParaRPr>
          </a:p>
        </p:txBody>
      </p:sp>
      <p:sp>
        <p:nvSpPr>
          <p:cNvPr id="86" name="PlaceHolder 3"/>
          <p:cNvSpPr>
            <a:spLocks noGrp="1"/>
          </p:cNvSpPr>
          <p:nvPr>
            <p:ph type="body"/>
          </p:nvPr>
        </p:nvSpPr>
        <p:spPr>
          <a:xfrm>
            <a:off x="255960" y="3493080"/>
            <a:ext cx="2834280" cy="2322360"/>
          </a:xfrm>
          <a:prstGeom prst="rect">
            <a:avLst/>
          </a:prstGeom>
          <a:noFill/>
          <a:ln w="0">
            <a:noFill/>
          </a:ln>
        </p:spPr>
        <p:txBody>
          <a:bodyPr lIns="91440" rIns="91440" tIns="45720" bIns="45720" anchor="t">
            <a:normAutofit/>
          </a:bodyPr>
          <a:p>
            <a:pPr indent="0" defTabSz="914400">
              <a:lnSpc>
                <a:spcPct val="100000"/>
              </a:lnSpc>
              <a:spcBef>
                <a:spcPts val="1199"/>
              </a:spcBef>
              <a:buNone/>
              <a:tabLst>
                <a:tab algn="l" pos="0"/>
              </a:tabLst>
            </a:pPr>
            <a:r>
              <a:rPr b="0" lang="zh-CN" sz="1400" spc="-1" strike="noStrike">
                <a:solidFill>
                  <a:srgbClr val="ffffff"/>
                </a:solidFill>
                <a:latin typeface="Corbel"/>
              </a:rPr>
              <a:t>单击此处编辑母版文本样式</a:t>
            </a:r>
            <a:endParaRPr b="0" lang="en-US" sz="1400" spc="-1" strike="noStrike">
              <a:solidFill>
                <a:schemeClr val="dk1">
                  <a:lumMod val="65000"/>
                  <a:lumOff val="35000"/>
                </a:schemeClr>
              </a:solidFill>
              <a:latin typeface="Corbel"/>
            </a:endParaRPr>
          </a:p>
        </p:txBody>
      </p:sp>
      <p:sp>
        <p:nvSpPr>
          <p:cNvPr id="87" name="PlaceHolder 4"/>
          <p:cNvSpPr>
            <a:spLocks noGrp="1"/>
          </p:cNvSpPr>
          <p:nvPr>
            <p:ph type="dt" idx="31"/>
          </p:nvPr>
        </p:nvSpPr>
        <p:spPr>
          <a:xfrm>
            <a:off x="26244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en-US" sz="1100" spc="-1" strike="noStrike">
                <a:solidFill>
                  <a:schemeClr val="dk1">
                    <a:lumMod val="50000"/>
                    <a:lumOff val="50000"/>
                  </a:schemeClr>
                </a:solidFill>
                <a:latin typeface="Corbel"/>
              </a:defRPr>
            </a:lvl1pPr>
          </a:lstStyle>
          <a:p>
            <a:pPr indent="0" defTabSz="457200">
              <a:lnSpc>
                <a:spcPct val="100000"/>
              </a:lnSpc>
              <a:buNone/>
            </a:pPr>
            <a:r>
              <a:rPr b="0" lang="en-US" sz="1100" spc="-1" strike="noStrike">
                <a:solidFill>
                  <a:schemeClr val="dk1">
                    <a:lumMod val="50000"/>
                    <a:lumOff val="50000"/>
                  </a:schemeClr>
                </a:solidFill>
                <a:latin typeface="Corbel"/>
              </a:rPr>
              <a:t>&lt;date/time&gt;</a:t>
            </a:r>
            <a:endParaRPr b="0" lang="en-US" sz="1100" spc="-1" strike="noStrike">
              <a:solidFill>
                <a:srgbClr val="000000"/>
              </a:solidFill>
              <a:latin typeface="Times New Roman"/>
            </a:endParaRPr>
          </a:p>
        </p:txBody>
      </p:sp>
      <p:sp>
        <p:nvSpPr>
          <p:cNvPr id="88" name="PlaceHolder 5"/>
          <p:cNvSpPr>
            <a:spLocks noGrp="1"/>
          </p:cNvSpPr>
          <p:nvPr>
            <p:ph type="ftr" idx="32"/>
          </p:nvPr>
        </p:nvSpPr>
        <p:spPr>
          <a:xfrm>
            <a:off x="3499200" y="6356520"/>
            <a:ext cx="591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9" name="PlaceHolder 6"/>
          <p:cNvSpPr>
            <a:spLocks noGrp="1"/>
          </p:cNvSpPr>
          <p:nvPr>
            <p:ph type="sldNum" idx="33"/>
          </p:nvPr>
        </p:nvSpPr>
        <p:spPr>
          <a:xfrm>
            <a:off x="10634040" y="6356520"/>
            <a:ext cx="1530720" cy="364680"/>
          </a:xfrm>
          <a:prstGeom prst="rect">
            <a:avLst/>
          </a:prstGeom>
          <a:noFill/>
          <a:ln w="0">
            <a:noFill/>
          </a:ln>
        </p:spPr>
        <p:txBody>
          <a:bodyPr lIns="91440" rIns="91440" tIns="45720" bIns="45720" anchor="ctr">
            <a:noAutofit/>
          </a:bodyPr>
          <a:lstStyle>
            <a:lvl1pPr indent="0" algn="r" defTabSz="457200">
              <a:lnSpc>
                <a:spcPct val="100000"/>
              </a:lnSpc>
              <a:buNone/>
              <a:defRPr b="1" lang="en-US" sz="1200" spc="-1" strike="noStrike">
                <a:solidFill>
                  <a:schemeClr val="accent1"/>
                </a:solidFill>
                <a:latin typeface="Corbel"/>
              </a:defRPr>
            </a:lvl1pPr>
          </a:lstStyle>
          <a:p>
            <a:pPr indent="0" algn="r" defTabSz="457200">
              <a:lnSpc>
                <a:spcPct val="100000"/>
              </a:lnSpc>
              <a:buNone/>
            </a:pPr>
            <a:fld id="{E2E2E604-8097-47FA-99D1-AB2EF33EAD04}" type="slidenum">
              <a:rPr b="1" lang="en-US" sz="1200" spc="-1" strike="noStrike">
                <a:solidFill>
                  <a:schemeClr val="accent1"/>
                </a:solidFill>
                <a:latin typeface="Corbel"/>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hyperlink" Target="https://www.adobe.com/learn/substance-3d-designer/web/the-pbr-guide-part-1" TargetMode="External"/><Relationship Id="rId2" Type="http://schemas.openxmlformats.org/officeDocument/2006/relationships/hyperlink" Target="https://www.adobe.com/learn/substance-3d-designer/web/the-pbr-guide-part-2" TargetMode="External"/><Relationship Id="rId3" Type="http://schemas.openxmlformats.org/officeDocument/2006/relationships/hyperlink" Target="https://dev.epicgames.com/documentation/en-us/unreal-engine/physically-based-materials-in-unreal-engine?application_version=5.3" TargetMode="External"/><Relationship Id="rId4" Type="http://schemas.openxmlformats.org/officeDocument/2006/relationships/hyperlink" Target="https://www.artstation.com/blogs/dominiquebuttiens/Y3ja/unreal-engine-pbr-value-checker-20" TargetMode="External"/><Relationship Id="rId5" Type="http://schemas.openxmlformats.org/officeDocument/2006/relationships/hyperlink" Target="https://www.artstation.com/blogs/dominiquebuttiens/Y3ja/unreal-engine-pbr-value-checker-20" TargetMode="External"/><Relationship Id="rId6"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1069920" y="1298520"/>
            <a:ext cx="7314840" cy="3254760"/>
          </a:xfrm>
          <a:prstGeom prst="rect">
            <a:avLst/>
          </a:prstGeom>
          <a:noFill/>
          <a:ln w="0">
            <a:noFill/>
          </a:ln>
        </p:spPr>
        <p:txBody>
          <a:bodyPr lIns="91440" rIns="91440" tIns="45720" bIns="45720" anchor="b">
            <a:noAutofit/>
          </a:bodyPr>
          <a:p>
            <a:pPr indent="0" defTabSz="914400">
              <a:lnSpc>
                <a:spcPct val="90000"/>
              </a:lnSpc>
              <a:buNone/>
            </a:pPr>
            <a:r>
              <a:rPr b="1" lang="en-US" sz="5900" spc="-100" strike="noStrike">
                <a:solidFill>
                  <a:srgbClr val="ffffff"/>
                </a:solidFill>
                <a:latin typeface="Corbel"/>
              </a:rPr>
              <a:t>The PBR Guide</a:t>
            </a:r>
            <a:endParaRPr b="0" lang="en-US" sz="5900" spc="-1" strike="noStrike">
              <a:solidFill>
                <a:schemeClr val="dk1"/>
              </a:solidFill>
              <a:latin typeface="Corbel"/>
            </a:endParaRPr>
          </a:p>
        </p:txBody>
      </p:sp>
      <p:sp>
        <p:nvSpPr>
          <p:cNvPr id="91" name="PlaceHolder 2"/>
          <p:cNvSpPr>
            <a:spLocks noGrp="1"/>
          </p:cNvSpPr>
          <p:nvPr>
            <p:ph type="subTitle"/>
          </p:nvPr>
        </p:nvSpPr>
        <p:spPr>
          <a:xfrm>
            <a:off x="1100160" y="4670280"/>
            <a:ext cx="7314840" cy="914040"/>
          </a:xfrm>
          <a:prstGeom prst="rect">
            <a:avLst/>
          </a:prstGeom>
          <a:noFill/>
          <a:ln w="0">
            <a:noFill/>
          </a:ln>
        </p:spPr>
        <p:txBody>
          <a:bodyPr lIns="91440" rIns="91440" tIns="45720" bIns="45720" anchor="t">
            <a:noAutofit/>
          </a:bodyPr>
          <a:p>
            <a:pPr indent="0" defTabSz="914400">
              <a:lnSpc>
                <a:spcPct val="90000"/>
              </a:lnSpc>
              <a:spcBef>
                <a:spcPts val="1199"/>
              </a:spcBef>
              <a:buNone/>
              <a:tabLst>
                <a:tab algn="l" pos="0"/>
              </a:tabLst>
            </a:pPr>
            <a:r>
              <a:rPr b="0" lang="en-US" sz="2200" spc="-1" strike="noStrike">
                <a:solidFill>
                  <a:schemeClr val="accent1">
                    <a:lumMod val="20000"/>
                    <a:lumOff val="80000"/>
                  </a:schemeClr>
                </a:solidFill>
                <a:latin typeface="Corbel"/>
              </a:rPr>
              <a:t>By: SHI Yi</a:t>
            </a:r>
            <a:endParaRPr b="0" lang="en-US" sz="2200" spc="-1" strike="noStrike">
              <a:solidFill>
                <a:schemeClr val="accent1">
                  <a:lumMod val="20000"/>
                  <a:lumOff val="80000"/>
                </a:schemeClr>
              </a:solidFill>
              <a:latin typeface="Corbe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1069920" y="1298520"/>
            <a:ext cx="7314840" cy="3254760"/>
          </a:xfrm>
          <a:prstGeom prst="rect">
            <a:avLst/>
          </a:prstGeom>
          <a:noFill/>
          <a:ln w="0">
            <a:noFill/>
          </a:ln>
        </p:spPr>
        <p:txBody>
          <a:bodyPr lIns="91440" rIns="91440" tIns="45720" bIns="45720" anchor="b">
            <a:noAutofit/>
          </a:bodyPr>
          <a:p>
            <a:pPr indent="0" defTabSz="914400">
              <a:lnSpc>
                <a:spcPct val="90000"/>
              </a:lnSpc>
              <a:buNone/>
            </a:pPr>
            <a:r>
              <a:rPr b="0" lang="en-US" sz="5900" spc="-100" strike="noStrike">
                <a:solidFill>
                  <a:srgbClr val="ffffff"/>
                </a:solidFill>
                <a:latin typeface="Corbel"/>
              </a:rPr>
              <a:t>Why do we need PBR workflow?</a:t>
            </a:r>
            <a:endParaRPr b="0" lang="en-US" sz="5900" spc="-1" strike="noStrike">
              <a:solidFill>
                <a:schemeClr val="dk1"/>
              </a:solidFill>
              <a:latin typeface="Corbel"/>
            </a:endParaRPr>
          </a:p>
        </p:txBody>
      </p:sp>
      <p:sp>
        <p:nvSpPr>
          <p:cNvPr id="93" name="PlaceHolder 2"/>
          <p:cNvSpPr>
            <a:spLocks noGrp="1"/>
          </p:cNvSpPr>
          <p:nvPr>
            <p:ph type="subTitle"/>
          </p:nvPr>
        </p:nvSpPr>
        <p:spPr>
          <a:xfrm>
            <a:off x="1100160" y="4670280"/>
            <a:ext cx="7314840" cy="914040"/>
          </a:xfrm>
          <a:prstGeom prst="rect">
            <a:avLst/>
          </a:prstGeom>
          <a:noFill/>
          <a:ln w="0">
            <a:noFill/>
          </a:ln>
        </p:spPr>
        <p:txBody>
          <a:bodyPr lIns="91440" rIns="91440" tIns="45720" bIns="45720" anchor="t">
            <a:noAutofit/>
          </a:bodyPr>
          <a:p>
            <a:pPr indent="0" algn="ctr">
              <a:buNone/>
            </a:pPr>
            <a:endParaRPr b="0" lang="en-US" sz="2200" spc="-1" strike="noStrike">
              <a:solidFill>
                <a:schemeClr val="accent1">
                  <a:lumMod val="20000"/>
                  <a:lumOff val="80000"/>
                </a:schemeClr>
              </a:solidFill>
              <a:latin typeface="Corbe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br>
              <a:rPr sz="3600"/>
            </a:br>
            <a:r>
              <a:rPr b="1" lang="en-US" sz="3600" spc="-60" strike="noStrike">
                <a:solidFill>
                  <a:srgbClr val="ffffff"/>
                </a:solidFill>
                <a:latin typeface="adobe-clean"/>
              </a:rPr>
              <a:t>What are the benefits?</a:t>
            </a:r>
            <a:br>
              <a:rPr sz="3600"/>
            </a:br>
            <a:endParaRPr b="0" lang="en-US" sz="3600" spc="-1" strike="noStrike">
              <a:solidFill>
                <a:schemeClr val="dk1"/>
              </a:solidFill>
              <a:latin typeface="Corbel"/>
            </a:endParaRPr>
          </a:p>
        </p:txBody>
      </p:sp>
      <p:sp>
        <p:nvSpPr>
          <p:cNvPr id="95"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000" spc="-1" strike="noStrike">
                <a:solidFill>
                  <a:srgbClr val="4b4b4b"/>
                </a:solidFill>
                <a:latin typeface="adobe-clean"/>
              </a:rPr>
              <a:t>PBR provides a workflow for creating consistent artwork, even between different artists.</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rgbClr val="4b4b4b"/>
                </a:solidFill>
                <a:latin typeface="adobe-clean"/>
              </a:rPr>
              <a:t>When using hand-painted methods</a:t>
            </a:r>
            <a:r>
              <a:rPr b="0" lang="en-US" sz="2000" spc="-1" strike="noStrike">
                <a:solidFill>
                  <a:schemeClr val="dk1">
                    <a:lumMod val="65000"/>
                    <a:lumOff val="35000"/>
                  </a:schemeClr>
                </a:solidFill>
                <a:latin typeface="Corbel"/>
              </a:rPr>
              <a:t>—which were common in the game industry over ten years ago—there is no consistent standard, as it depends heavily on each artists’ painting skills and personal perception. For a project involving many artists, it becomes challenging due to the varying levels of artists’ skills.</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br>
              <a:rPr sz="3600"/>
            </a:br>
            <a:r>
              <a:rPr b="1" lang="en-US" sz="3600" spc="-60" strike="noStrike">
                <a:solidFill>
                  <a:srgbClr val="ffffff"/>
                </a:solidFill>
                <a:latin typeface="adobe-clean"/>
              </a:rPr>
              <a:t>What are the benefits?</a:t>
            </a:r>
            <a:br>
              <a:rPr sz="3600"/>
            </a:br>
            <a:endParaRPr b="0" lang="en-US" sz="3600" spc="-1" strike="noStrike">
              <a:solidFill>
                <a:schemeClr val="dk1"/>
              </a:solidFill>
              <a:latin typeface="Corbel"/>
            </a:endParaRPr>
          </a:p>
        </p:txBody>
      </p:sp>
      <p:sp>
        <p:nvSpPr>
          <p:cNvPr id="97"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000" spc="-1" strike="noStrike">
                <a:solidFill>
                  <a:srgbClr val="4b4b4b"/>
                </a:solidFill>
                <a:latin typeface="adobe-clean"/>
              </a:rPr>
              <a:t>PBR removes the guesswork of authoring surface attributes and provides a powerful means of accurately representing different materials.</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rgbClr val="4b4b4b"/>
                </a:solidFill>
                <a:latin typeface="adobe-clean"/>
              </a:rPr>
              <a:t>Hand</a:t>
            </a:r>
            <a:r>
              <a:rPr b="0" lang="fr-FR" sz="2000" spc="-1" strike="noStrike">
                <a:solidFill>
                  <a:srgbClr val="4b4b4b"/>
                </a:solidFill>
                <a:latin typeface="adobe-clean"/>
              </a:rPr>
              <a:t> painting and describing each type of materials is very challenging</a:t>
            </a:r>
            <a:r>
              <a:rPr b="0" lang="en-US" sz="2000" spc="-1" strike="noStrike">
                <a:solidFill>
                  <a:schemeClr val="dk1">
                    <a:lumMod val="65000"/>
                    <a:lumOff val="35000"/>
                  </a:schemeClr>
                </a:solidFill>
                <a:latin typeface="Corbel"/>
              </a:rPr>
              <a:t>—only high skilled artists can clearly portray the differences between metal, skin, jade, silk and more. However, using PBR workflow makes this process much easier.</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1" lang="en-US" sz="3600" spc="-60" strike="noStrike">
                <a:solidFill>
                  <a:srgbClr val="ffffff"/>
                </a:solidFill>
                <a:latin typeface="adobe-clean"/>
              </a:rPr>
              <a:t>What are the benefits?</a:t>
            </a:r>
            <a:endParaRPr b="0" lang="en-US" sz="3600" spc="-1" strike="noStrike">
              <a:solidFill>
                <a:schemeClr val="dk1"/>
              </a:solidFill>
              <a:latin typeface="Corbel"/>
            </a:endParaRPr>
          </a:p>
        </p:txBody>
      </p:sp>
      <p:sp>
        <p:nvSpPr>
          <p:cNvPr id="99"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000" spc="-1" strike="noStrike">
                <a:solidFill>
                  <a:srgbClr val="4b4b4b"/>
                </a:solidFill>
                <a:latin typeface="adobe-clean"/>
              </a:rPr>
              <a:t>Assets will look accurate in all lighting conditions.</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a:solidFill>
                  <a:srgbClr val="4b4b4b"/>
                </a:solidFill>
                <a:latin typeface="adobe-clean"/>
              </a:rPr>
              <a:t>Almost all game studios working on realistic games adopt PBR. Even many stylized games also take inspiration from it. Therefore, it’s essential for us to keep up with industry standards.</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pPr>
            <a:endParaRPr b="0" lang="en-US" sz="2000" spc="-1" strike="noStrike">
              <a:solidFill>
                <a:schemeClr val="dk1">
                  <a:lumMod val="65000"/>
                  <a:lumOff val="35000"/>
                </a:schemeClr>
              </a:solidFill>
              <a:latin typeface="Corbel"/>
            </a:endParaRPr>
          </a:p>
          <a:p>
            <a:pPr indent="0" defTabSz="914400">
              <a:lnSpc>
                <a:spcPct val="90000"/>
              </a:lnSpc>
              <a:spcBef>
                <a:spcPts val="1199"/>
              </a:spcBef>
              <a:buNone/>
            </a:pP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1069920" y="1298520"/>
            <a:ext cx="7314840" cy="3254760"/>
          </a:xfrm>
          <a:prstGeom prst="rect">
            <a:avLst/>
          </a:prstGeom>
          <a:noFill/>
          <a:ln w="0">
            <a:noFill/>
          </a:ln>
        </p:spPr>
        <p:txBody>
          <a:bodyPr lIns="91440" rIns="91440" tIns="45720" bIns="45720" anchor="b">
            <a:noAutofit/>
          </a:bodyPr>
          <a:p>
            <a:pPr indent="0" defTabSz="914400">
              <a:lnSpc>
                <a:spcPct val="90000"/>
              </a:lnSpc>
              <a:buNone/>
            </a:pPr>
            <a:r>
              <a:rPr b="0" lang="en-US" sz="5900" spc="-100" strike="noStrike">
                <a:solidFill>
                  <a:srgbClr val="ffffff"/>
                </a:solidFill>
                <a:latin typeface="Corbel"/>
              </a:rPr>
              <a:t>What is the standard?</a:t>
            </a:r>
            <a:endParaRPr b="0" lang="en-US" sz="5900" spc="-1" strike="noStrike">
              <a:solidFill>
                <a:schemeClr val="dk1"/>
              </a:solidFill>
              <a:latin typeface="Corbel"/>
            </a:endParaRPr>
          </a:p>
        </p:txBody>
      </p:sp>
      <p:sp>
        <p:nvSpPr>
          <p:cNvPr id="101" name="PlaceHolder 2"/>
          <p:cNvSpPr>
            <a:spLocks noGrp="1"/>
          </p:cNvSpPr>
          <p:nvPr>
            <p:ph type="subTitle"/>
          </p:nvPr>
        </p:nvSpPr>
        <p:spPr>
          <a:xfrm>
            <a:off x="1100160" y="4670280"/>
            <a:ext cx="7314840" cy="914040"/>
          </a:xfrm>
          <a:prstGeom prst="rect">
            <a:avLst/>
          </a:prstGeom>
          <a:noFill/>
          <a:ln w="0">
            <a:noFill/>
          </a:ln>
        </p:spPr>
        <p:txBody>
          <a:bodyPr lIns="91440" rIns="91440" tIns="45720" bIns="45720" anchor="t">
            <a:noAutofit/>
          </a:bodyPr>
          <a:p>
            <a:pPr indent="0" algn="ctr">
              <a:buNone/>
            </a:pPr>
            <a:endParaRPr b="0" lang="en-US" sz="2200" spc="-1" strike="noStrike">
              <a:solidFill>
                <a:schemeClr val="accent1">
                  <a:lumMod val="20000"/>
                  <a:lumOff val="80000"/>
                </a:schemeClr>
              </a:solidFill>
              <a:latin typeface="Corbe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1" lang="en-US" sz="3600" spc="-60" strike="noStrike">
                <a:solidFill>
                  <a:srgbClr val="ffffff"/>
                </a:solidFill>
                <a:latin typeface="adobe-clean"/>
              </a:rPr>
              <a:t>What is the standard?</a:t>
            </a:r>
            <a:br>
              <a:rPr sz="3600"/>
            </a:br>
            <a:endParaRPr b="0" lang="en-US" sz="3600" spc="-1" strike="noStrike">
              <a:solidFill>
                <a:schemeClr val="dk1"/>
              </a:solidFill>
              <a:latin typeface="Corbel"/>
            </a:endParaRPr>
          </a:p>
        </p:txBody>
      </p:sp>
      <p:sp>
        <p:nvSpPr>
          <p:cNvPr id="103"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000" spc="-1" strike="noStrike">
                <a:solidFill>
                  <a:srgbClr val="4b4b4b"/>
                </a:solidFill>
                <a:latin typeface="adobe-clean"/>
              </a:rPr>
              <a:t>There are several PBR workflows, the difference between them are quite nuanced. We are going to use </a:t>
            </a:r>
            <a:r>
              <a:rPr b="1" lang="en-US" sz="2000" spc="-1" strike="noStrike">
                <a:solidFill>
                  <a:srgbClr val="4b4b4b"/>
                </a:solidFill>
                <a:latin typeface="adobe-clean"/>
              </a:rPr>
              <a:t>BaseColor, Metallic, Roughness</a:t>
            </a:r>
            <a:r>
              <a:rPr b="0" lang="en-US" sz="2000" spc="-1" strike="noStrike">
                <a:solidFill>
                  <a:srgbClr val="4b4b4b"/>
                </a:solidFill>
                <a:latin typeface="adobe-clean"/>
              </a:rPr>
              <a:t> map and follow </a:t>
            </a:r>
            <a:r>
              <a:rPr b="1" lang="en-US" sz="2000" spc="-1" strike="noStrike">
                <a:solidFill>
                  <a:srgbClr val="4b4b4b"/>
                </a:solidFill>
                <a:latin typeface="adobe-clean"/>
              </a:rPr>
              <a:t>Unreal physically based Materials system</a:t>
            </a:r>
            <a:r>
              <a:rPr b="0" lang="en-US" sz="2000" spc="-1" strike="noStrike">
                <a:solidFill>
                  <a:srgbClr val="4b4b4b"/>
                </a:solidFill>
                <a:latin typeface="adobe-clean"/>
              </a:rPr>
              <a:t>. Other workflows</a:t>
            </a:r>
            <a:r>
              <a:rPr b="0" lang="fr-FR" sz="2000" spc="-1" strike="noStrike">
                <a:solidFill>
                  <a:srgbClr val="4b4b4b"/>
                </a:solidFill>
                <a:latin typeface="adobe-clean"/>
              </a:rPr>
              <a:t> </a:t>
            </a:r>
            <a:r>
              <a:rPr b="0" lang="en-US" sz="2000" spc="-1" strike="noStrike">
                <a:solidFill>
                  <a:srgbClr val="4b4b4b"/>
                </a:solidFill>
                <a:latin typeface="adobe-clean"/>
              </a:rPr>
              <a:t>and theory will not be introduced.</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pP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1069920" y="1298520"/>
            <a:ext cx="7314840" cy="3254760"/>
          </a:xfrm>
          <a:prstGeom prst="rect">
            <a:avLst/>
          </a:prstGeom>
          <a:noFill/>
          <a:ln w="0">
            <a:noFill/>
          </a:ln>
        </p:spPr>
        <p:txBody>
          <a:bodyPr lIns="91440" rIns="91440" tIns="45720" bIns="45720" anchor="b">
            <a:noAutofit/>
          </a:bodyPr>
          <a:p>
            <a:pPr indent="0" defTabSz="914400">
              <a:lnSpc>
                <a:spcPct val="90000"/>
              </a:lnSpc>
              <a:buNone/>
            </a:pPr>
            <a:r>
              <a:rPr b="0" lang="en-US" sz="5900" spc="-100" strike="noStrike">
                <a:solidFill>
                  <a:srgbClr val="ffffff"/>
                </a:solidFill>
                <a:latin typeface="Corbel"/>
              </a:rPr>
              <a:t>What is PBR?</a:t>
            </a:r>
            <a:endParaRPr b="0" lang="en-US" sz="5900" spc="-1" strike="noStrike">
              <a:solidFill>
                <a:schemeClr val="dk1"/>
              </a:solidFill>
              <a:latin typeface="Corbel"/>
            </a:endParaRPr>
          </a:p>
        </p:txBody>
      </p:sp>
      <p:sp>
        <p:nvSpPr>
          <p:cNvPr id="105" name="PlaceHolder 2"/>
          <p:cNvSpPr>
            <a:spLocks noGrp="1"/>
          </p:cNvSpPr>
          <p:nvPr>
            <p:ph type="subTitle"/>
          </p:nvPr>
        </p:nvSpPr>
        <p:spPr>
          <a:xfrm>
            <a:off x="1100160" y="4670280"/>
            <a:ext cx="7314840" cy="914040"/>
          </a:xfrm>
          <a:prstGeom prst="rect">
            <a:avLst/>
          </a:prstGeom>
          <a:noFill/>
          <a:ln w="0">
            <a:noFill/>
          </a:ln>
        </p:spPr>
        <p:txBody>
          <a:bodyPr lIns="91440" rIns="91440" tIns="45720" bIns="45720" anchor="t">
            <a:noAutofit/>
          </a:bodyPr>
          <a:p>
            <a:pPr indent="0" algn="ctr">
              <a:buNone/>
            </a:pPr>
            <a:endParaRPr b="0" lang="en-US" sz="2200" spc="-1" strike="noStrike">
              <a:solidFill>
                <a:schemeClr val="accent1">
                  <a:lumMod val="20000"/>
                  <a:lumOff val="80000"/>
                </a:schemeClr>
              </a:solidFill>
              <a:latin typeface="Corbe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1" lang="en-US" sz="3600" spc="-60" strike="noStrike">
                <a:solidFill>
                  <a:srgbClr val="ffffff"/>
                </a:solidFill>
                <a:latin typeface="adobe-clean"/>
              </a:rPr>
              <a:t>What is PBR?</a:t>
            </a:r>
            <a:endParaRPr b="0" lang="en-US" sz="3600" spc="-1" strike="noStrike">
              <a:solidFill>
                <a:schemeClr val="dk1"/>
              </a:solidFill>
              <a:latin typeface="Corbel"/>
            </a:endParaRPr>
          </a:p>
        </p:txBody>
      </p:sp>
      <p:sp>
        <p:nvSpPr>
          <p:cNvPr id="107"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400" spc="-1" strike="noStrike">
                <a:solidFill>
                  <a:srgbClr val="4b4b4b"/>
                </a:solidFill>
                <a:latin typeface="adobe-clean"/>
              </a:rPr>
              <a:t>Physically based rendering (PBR) models is based on Lighting theory and ray model of light. The shader itself solves some calculations automatically. The textures and materials we author interact with light in our virtual worlds. We create textures to describe a surface instead of drawing what we see.</a:t>
            </a:r>
            <a:endParaRPr b="0" lang="en-US" sz="2400" spc="-1" strike="noStrike">
              <a:solidFill>
                <a:schemeClr val="dk1">
                  <a:lumMod val="65000"/>
                  <a:lumOff val="35000"/>
                </a:schemeClr>
              </a:solidFill>
              <a:latin typeface="Corbel"/>
            </a:endParaRPr>
          </a:p>
          <a:p>
            <a:pPr indent="0" defTabSz="914400">
              <a:lnSpc>
                <a:spcPct val="90000"/>
              </a:lnSpc>
              <a:spcBef>
                <a:spcPts val="1199"/>
              </a:spcBef>
              <a:buNone/>
            </a:pP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a:solidFill>
                  <a:srgbClr val="4b4b4b"/>
                </a:solidFill>
                <a:latin typeface="Yu Gothic UI Light"/>
                <a:ea typeface="Yu Gothic UI Light"/>
              </a:rPr>
              <a:t>Therefore, as long as you are following the PBR workflow, please do not paint any lighting information directly on the textures.</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pPr>
            <a:endParaRPr b="0" lang="en-US" sz="2000" spc="-1" strike="noStrike">
              <a:solidFill>
                <a:schemeClr val="dk1">
                  <a:lumMod val="65000"/>
                  <a:lumOff val="35000"/>
                </a:schemeClr>
              </a:solidFill>
              <a:latin typeface="Corbel"/>
            </a:endParaRPr>
          </a:p>
          <a:p>
            <a:pPr indent="0" defTabSz="914400">
              <a:lnSpc>
                <a:spcPct val="90000"/>
              </a:lnSpc>
              <a:spcBef>
                <a:spcPts val="1199"/>
              </a:spcBef>
              <a:buNone/>
            </a:pP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1" lang="en-US" sz="3600" spc="-60" strike="noStrike">
                <a:solidFill>
                  <a:srgbClr val="ffffff"/>
                </a:solidFill>
                <a:latin typeface="adobe-clean"/>
              </a:rPr>
              <a:t>What is PBR?</a:t>
            </a:r>
            <a:endParaRPr b="0" lang="en-US" sz="3600" spc="-1" strike="noStrike">
              <a:solidFill>
                <a:schemeClr val="dk1"/>
              </a:solidFill>
              <a:latin typeface="Corbel"/>
            </a:endParaRPr>
          </a:p>
        </p:txBody>
      </p:sp>
      <p:sp>
        <p:nvSpPr>
          <p:cNvPr id="109"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400" spc="-1" strike="noStrike">
                <a:solidFill>
                  <a:schemeClr val="dk1">
                    <a:lumMod val="65000"/>
                    <a:lumOff val="35000"/>
                  </a:schemeClr>
                </a:solidFill>
                <a:latin typeface="Corbel"/>
              </a:rPr>
              <a:t>BaseColor: The reflected wavelengths are what we see as a color. </a:t>
            </a:r>
            <a:endParaRPr b="0" lang="en-US" sz="24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a:solidFill>
                  <a:schemeClr val="dk1">
                    <a:lumMod val="65000"/>
                    <a:lumOff val="35000"/>
                  </a:schemeClr>
                </a:solidFill>
                <a:latin typeface="Corbel"/>
              </a:rPr>
              <a:t>E.g. the skin of an apple mostly reflects red light</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a:solidFill>
                  <a:schemeClr val="dk1">
                    <a:lumMod val="65000"/>
                    <a:lumOff val="35000"/>
                  </a:schemeClr>
                </a:solidFill>
                <a:latin typeface="Corbel"/>
              </a:rPr>
              <a:t>Specular reflection is independent of wavelength, so for dielectrics as an apple, it also has bright specular highlights the same color as the light source</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a:solidFill>
                  <a:schemeClr val="dk1">
                    <a:lumMod val="65000"/>
                    <a:lumOff val="35000"/>
                  </a:schemeClr>
                </a:solidFill>
                <a:latin typeface="Corbel"/>
              </a:rPr>
              <a:t>Color represents albedo for non-metal materials and reflectance values for metals.</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pPr>
            <a:endParaRPr b="0" lang="en-US" sz="2000" spc="-1" strike="noStrike">
              <a:solidFill>
                <a:schemeClr val="dk1">
                  <a:lumMod val="65000"/>
                  <a:lumOff val="35000"/>
                </a:schemeClr>
              </a:solidFill>
              <a:latin typeface="Corbel"/>
            </a:endParaRPr>
          </a:p>
          <a:p>
            <a:pPr indent="0" defTabSz="914400">
              <a:lnSpc>
                <a:spcPct val="90000"/>
              </a:lnSpc>
              <a:spcBef>
                <a:spcPts val="1199"/>
              </a:spcBef>
              <a:buNone/>
            </a:pP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1" lang="en-US" sz="3600" spc="-60" strike="noStrike">
                <a:solidFill>
                  <a:srgbClr val="ffffff"/>
                </a:solidFill>
                <a:latin typeface="adobe-clean"/>
              </a:rPr>
              <a:t>What is PBR?</a:t>
            </a:r>
            <a:endParaRPr b="0" lang="en-US" sz="3600" spc="-1" strike="noStrike">
              <a:solidFill>
                <a:schemeClr val="dk1"/>
              </a:solidFill>
              <a:latin typeface="Corbel"/>
            </a:endParaRPr>
          </a:p>
        </p:txBody>
      </p:sp>
      <p:sp>
        <p:nvSpPr>
          <p:cNvPr id="111"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400" spc="-1" strike="noStrike">
                <a:solidFill>
                  <a:schemeClr val="dk1">
                    <a:lumMod val="65000"/>
                    <a:lumOff val="35000"/>
                  </a:schemeClr>
                </a:solidFill>
                <a:latin typeface="Corbel"/>
              </a:rPr>
              <a:t>Metals: The reflectance value for polished metal is high at a range -of about 70-100% reflective. For the dielectric (non-metal) reflectance will be 2-5% when you gaze at it (F</a:t>
            </a:r>
            <a:r>
              <a:rPr b="0" lang="en-US" sz="2400" spc="-1" strike="noStrike">
                <a:solidFill>
                  <a:schemeClr val="dk1">
                    <a:lumMod val="65000"/>
                    <a:lumOff val="35000"/>
                  </a:schemeClr>
                </a:solidFill>
                <a:latin typeface="Yu Gothic UI Light"/>
                <a:ea typeface="Yu Gothic UI Light"/>
              </a:rPr>
              <a:t>0</a:t>
            </a:r>
            <a:r>
              <a:rPr b="0" lang="en-US" sz="2400" spc="-1" strike="noStrike">
                <a:solidFill>
                  <a:schemeClr val="dk1">
                    <a:lumMod val="65000"/>
                    <a:lumOff val="35000"/>
                  </a:schemeClr>
                </a:solidFill>
                <a:latin typeface="Corbel"/>
                <a:ea typeface="Yu Gothic UI Light"/>
              </a:rPr>
              <a:t>).</a:t>
            </a:r>
            <a:endParaRPr b="0" lang="en-US" sz="24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a:solidFill>
                  <a:srgbClr val="4b4b4b"/>
                </a:solidFill>
                <a:latin typeface="Corbel"/>
                <a:ea typeface="Yu Gothic UI Light"/>
              </a:rPr>
              <a:t>If the metal rusts, this changes the reflective state of the metal. The corroded areas are then treated as a dielectric material denoted by a black value in the metallic map (But In practice, you can give a little amount of metallic and we will discuss the practice part later in this guide)</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a:solidFill>
                  <a:schemeClr val="dk1">
                    <a:lumMod val="65000"/>
                    <a:lumOff val="35000"/>
                  </a:schemeClr>
                </a:solidFill>
                <a:latin typeface="Corbel"/>
                <a:ea typeface="Yu Gothic UI Light"/>
              </a:rPr>
              <a:t>Painted metal is treated as a dielectric rather than a metal. The paint acts as a layer on top of the raw metal. Only the raw metal exposed from chipped paint is treated as metal. The same goes for dirt on metal or any matter that obscures the raw metal.</a:t>
            </a: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1" lang="en-US" sz="3600" spc="-60" strike="noStrike">
                <a:solidFill>
                  <a:srgbClr val="ffffff"/>
                </a:solidFill>
                <a:latin typeface="adobe-clean"/>
              </a:rPr>
              <a:t>What is PBR?</a:t>
            </a:r>
            <a:endParaRPr b="0" lang="en-US" sz="3600" spc="-1" strike="noStrike">
              <a:solidFill>
                <a:schemeClr val="dk1"/>
              </a:solidFill>
              <a:latin typeface="Corbel"/>
            </a:endParaRPr>
          </a:p>
        </p:txBody>
      </p:sp>
      <p:sp>
        <p:nvSpPr>
          <p:cNvPr id="113" name="PlaceHolder 2"/>
          <p:cNvSpPr>
            <a:spLocks noGrp="1"/>
          </p:cNvSpPr>
          <p:nvPr>
            <p:ph/>
          </p:nvPr>
        </p:nvSpPr>
        <p:spPr>
          <a:xfrm>
            <a:off x="3734280" y="312840"/>
            <a:ext cx="7314840" cy="329652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000" spc="-1" strike="noStrike">
                <a:solidFill>
                  <a:schemeClr val="dk1">
                    <a:lumMod val="65000"/>
                    <a:lumOff val="35000"/>
                  </a:schemeClr>
                </a:solidFill>
                <a:latin typeface="Corbel"/>
              </a:rPr>
              <a:t>Roughness: Rougher surfaces will have highlights that are larger, and that appear dimmer. Smoother surfaces will keep specular reflections focused, and they will appear to look brighter or more intense when viewed from the proper angle. However, the same total amount of light is reflected in both cases.</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pPr>
            <a:endParaRPr b="0" lang="en-US" sz="2000" spc="-1" strike="noStrike">
              <a:solidFill>
                <a:schemeClr val="dk1">
                  <a:lumMod val="65000"/>
                  <a:lumOff val="35000"/>
                </a:schemeClr>
              </a:solidFill>
              <a:latin typeface="Corbel"/>
            </a:endParaRPr>
          </a:p>
        </p:txBody>
      </p:sp>
      <p:pic>
        <p:nvPicPr>
          <p:cNvPr id="114" name="图片 4" descr=""/>
          <p:cNvPicPr/>
          <p:nvPr/>
        </p:nvPicPr>
        <p:blipFill>
          <a:blip r:embed="rId1"/>
          <a:stretch/>
        </p:blipFill>
        <p:spPr>
          <a:xfrm>
            <a:off x="3980520" y="2631240"/>
            <a:ext cx="6476400" cy="36651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069920" y="1298520"/>
            <a:ext cx="7314840" cy="3254760"/>
          </a:xfrm>
          <a:prstGeom prst="rect">
            <a:avLst/>
          </a:prstGeom>
          <a:noFill/>
          <a:ln w="0">
            <a:noFill/>
          </a:ln>
        </p:spPr>
        <p:txBody>
          <a:bodyPr lIns="91440" rIns="91440" tIns="45720" bIns="45720" anchor="b">
            <a:noAutofit/>
          </a:bodyPr>
          <a:p>
            <a:pPr indent="0" defTabSz="914400">
              <a:lnSpc>
                <a:spcPct val="90000"/>
              </a:lnSpc>
              <a:buNone/>
            </a:pPr>
            <a:r>
              <a:rPr b="0" lang="en-US" sz="5900" spc="-100" strike="noStrike">
                <a:solidFill>
                  <a:srgbClr val="ffffff"/>
                </a:solidFill>
                <a:latin typeface="Corbel"/>
              </a:rPr>
              <a:t>How to follow PBR?</a:t>
            </a:r>
            <a:endParaRPr b="0" lang="en-US" sz="5900" spc="-1" strike="noStrike">
              <a:solidFill>
                <a:schemeClr val="dk1"/>
              </a:solidFill>
              <a:latin typeface="Corbel"/>
            </a:endParaRPr>
          </a:p>
        </p:txBody>
      </p:sp>
      <p:sp>
        <p:nvSpPr>
          <p:cNvPr id="116" name="PlaceHolder 2"/>
          <p:cNvSpPr>
            <a:spLocks noGrp="1"/>
          </p:cNvSpPr>
          <p:nvPr>
            <p:ph type="subTitle"/>
          </p:nvPr>
        </p:nvSpPr>
        <p:spPr>
          <a:xfrm>
            <a:off x="1100160" y="4670280"/>
            <a:ext cx="7314840" cy="914040"/>
          </a:xfrm>
          <a:prstGeom prst="rect">
            <a:avLst/>
          </a:prstGeom>
          <a:noFill/>
          <a:ln w="0">
            <a:noFill/>
          </a:ln>
        </p:spPr>
        <p:txBody>
          <a:bodyPr lIns="91440" rIns="91440" tIns="45720" bIns="45720" anchor="t">
            <a:noAutofit/>
          </a:bodyPr>
          <a:p>
            <a:pPr indent="0" algn="ctr">
              <a:buNone/>
            </a:pPr>
            <a:endParaRPr b="0" lang="en-US" sz="2200" spc="-1" strike="noStrike">
              <a:solidFill>
                <a:schemeClr val="accent1">
                  <a:lumMod val="20000"/>
                  <a:lumOff val="80000"/>
                </a:schemeClr>
              </a:solidFill>
              <a:latin typeface="Corbe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Workflow</a:t>
            </a:r>
            <a:endParaRPr b="0" lang="en-US" sz="3600" spc="-1" strike="noStrike">
              <a:solidFill>
                <a:schemeClr val="dk1"/>
              </a:solidFill>
              <a:latin typeface="Corbel"/>
            </a:endParaRPr>
          </a:p>
        </p:txBody>
      </p:sp>
      <p:sp>
        <p:nvSpPr>
          <p:cNvPr id="118"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800" spc="-1" strike="noStrike">
                <a:solidFill>
                  <a:schemeClr val="dk1">
                    <a:lumMod val="65000"/>
                    <a:lumOff val="35000"/>
                  </a:schemeClr>
                </a:solidFill>
                <a:latin typeface="Corbel"/>
              </a:rPr>
              <a:t>Is the surface METAL? Yes</a:t>
            </a:r>
            <a:endParaRPr b="0" lang="en-US" sz="28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Metallic Map: </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tabLst>
                <a:tab algn="l" pos="0"/>
              </a:tabLst>
            </a:pPr>
            <a:r>
              <a:rPr b="0" lang="en-US" sz="2000" spc="-1" strike="noStrike">
                <a:solidFill>
                  <a:schemeClr val="dk1">
                    <a:lumMod val="65000"/>
                    <a:lumOff val="35000"/>
                  </a:schemeClr>
                </a:solidFill>
                <a:latin typeface="Corbel"/>
              </a:rPr>
              <a:t> </a:t>
            </a:r>
            <a:r>
              <a:rPr b="0" lang="en-US" sz="2000" spc="-1" strike="noStrike">
                <a:solidFill>
                  <a:schemeClr val="dk1">
                    <a:lumMod val="65000"/>
                    <a:lumOff val="35000"/>
                  </a:schemeClr>
                </a:solidFill>
                <a:latin typeface="Corbel"/>
              </a:rPr>
              <a:t>Black (0.0) is non-metal and white (1.0) is metal. There can be transitional grayscale values to account for oxidation(rust) or dirt.</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tabLst>
                <a:tab algn="l" pos="0"/>
              </a:tabLst>
            </a:pPr>
            <a:r>
              <a:rPr b="0" lang="en-US" sz="2000" spc="-1" strike="noStrike">
                <a:solidFill>
                  <a:schemeClr val="dk1">
                    <a:lumMod val="65000"/>
                    <a:lumOff val="35000"/>
                  </a:schemeClr>
                </a:solidFill>
                <a:latin typeface="Corbel"/>
              </a:rPr>
              <a:t>Paint is a nonmetal, so the Metallic value should be 0.0 in any regions covered by paint. Anywhere the metal panel is visible, the Metalic value should be 1.0. Paint does not blend with metal, it sits on top of it. Your Metallic map should not contain intermediate grayscale values, only black and white.</a:t>
            </a: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Workflow</a:t>
            </a:r>
            <a:endParaRPr b="0" lang="en-US" sz="3600" spc="-1" strike="noStrike">
              <a:solidFill>
                <a:schemeClr val="dk1"/>
              </a:solidFill>
              <a:latin typeface="Corbel"/>
            </a:endParaRPr>
          </a:p>
        </p:txBody>
      </p:sp>
      <p:sp>
        <p:nvSpPr>
          <p:cNvPr id="120" name="PlaceHolder 2"/>
          <p:cNvSpPr>
            <a:spLocks noGrp="1"/>
          </p:cNvSpPr>
          <p:nvPr>
            <p:ph/>
          </p:nvPr>
        </p:nvSpPr>
        <p:spPr>
          <a:xfrm>
            <a:off x="3674880" y="206640"/>
            <a:ext cx="7434360" cy="27460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800" spc="-1" strike="noStrike">
                <a:solidFill>
                  <a:schemeClr val="dk1">
                    <a:lumMod val="65000"/>
                    <a:lumOff val="35000"/>
                  </a:schemeClr>
                </a:solidFill>
                <a:latin typeface="Corbel"/>
              </a:rPr>
              <a:t>Is the surface METAL? Yes</a:t>
            </a:r>
            <a:endParaRPr b="0" lang="en-US" sz="28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Metallic Map: (Rusted Metal)</a:t>
            </a:r>
            <a:endParaRPr b="0" lang="en-US" sz="2000" spc="-1" strike="noStrike">
              <a:solidFill>
                <a:schemeClr val="dk1">
                  <a:lumMod val="65000"/>
                  <a:lumOff val="35000"/>
                </a:schemeClr>
              </a:solidFill>
              <a:latin typeface="Corbel"/>
            </a:endParaRPr>
          </a:p>
        </p:txBody>
      </p:sp>
      <p:pic>
        <p:nvPicPr>
          <p:cNvPr id="121" name="图片 5" descr=""/>
          <p:cNvPicPr/>
          <p:nvPr/>
        </p:nvPicPr>
        <p:blipFill>
          <a:blip r:embed="rId1"/>
          <a:stretch/>
        </p:blipFill>
        <p:spPr>
          <a:xfrm>
            <a:off x="3722040" y="2570040"/>
            <a:ext cx="7340760" cy="326376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Workflow</a:t>
            </a:r>
            <a:endParaRPr b="0" lang="en-US" sz="3600" spc="-1" strike="noStrike">
              <a:solidFill>
                <a:schemeClr val="dk1"/>
              </a:solidFill>
              <a:latin typeface="Corbel"/>
            </a:endParaRPr>
          </a:p>
        </p:txBody>
      </p:sp>
      <p:sp>
        <p:nvSpPr>
          <p:cNvPr id="123" name="PlaceHolder 2"/>
          <p:cNvSpPr>
            <a:spLocks noGrp="1"/>
          </p:cNvSpPr>
          <p:nvPr>
            <p:ph/>
          </p:nvPr>
        </p:nvSpPr>
        <p:spPr>
          <a:xfrm>
            <a:off x="3674880" y="206640"/>
            <a:ext cx="7434360" cy="27460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800" spc="-1" strike="noStrike">
                <a:solidFill>
                  <a:schemeClr val="dk1">
                    <a:lumMod val="65000"/>
                    <a:lumOff val="35000"/>
                  </a:schemeClr>
                </a:solidFill>
                <a:latin typeface="Corbel"/>
              </a:rPr>
              <a:t>Is the surface METAL? Yes</a:t>
            </a:r>
            <a:endParaRPr b="0" lang="en-US" sz="28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Metallic Map: (Painted Metal)</a:t>
            </a:r>
            <a:endParaRPr b="0" lang="en-US" sz="2000" spc="-1" strike="noStrike">
              <a:solidFill>
                <a:schemeClr val="dk1">
                  <a:lumMod val="65000"/>
                  <a:lumOff val="35000"/>
                </a:schemeClr>
              </a:solidFill>
              <a:latin typeface="Corbel"/>
            </a:endParaRPr>
          </a:p>
        </p:txBody>
      </p:sp>
      <p:pic>
        <p:nvPicPr>
          <p:cNvPr id="124" name="图片 4" descr=""/>
          <p:cNvPicPr/>
          <p:nvPr/>
        </p:nvPicPr>
        <p:blipFill>
          <a:blip r:embed="rId1"/>
          <a:stretch/>
        </p:blipFill>
        <p:spPr>
          <a:xfrm>
            <a:off x="3615840" y="2354760"/>
            <a:ext cx="7486560" cy="361944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Workflow</a:t>
            </a:r>
            <a:endParaRPr b="0" lang="en-US" sz="3600" spc="-1" strike="noStrike">
              <a:solidFill>
                <a:schemeClr val="dk1"/>
              </a:solidFill>
              <a:latin typeface="Corbel"/>
            </a:endParaRPr>
          </a:p>
        </p:txBody>
      </p:sp>
      <p:sp>
        <p:nvSpPr>
          <p:cNvPr id="126" name="PlaceHolder 2"/>
          <p:cNvSpPr>
            <a:spLocks noGrp="1"/>
          </p:cNvSpPr>
          <p:nvPr>
            <p:ph/>
          </p:nvPr>
        </p:nvSpPr>
        <p:spPr>
          <a:xfrm>
            <a:off x="3893760" y="715680"/>
            <a:ext cx="5734800" cy="5426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800" spc="-1" strike="noStrike">
                <a:solidFill>
                  <a:schemeClr val="dk1">
                    <a:lumMod val="65000"/>
                    <a:lumOff val="35000"/>
                  </a:schemeClr>
                </a:solidFill>
                <a:latin typeface="Corbel"/>
              </a:rPr>
              <a:t>Is the surface METAL? Yes</a:t>
            </a:r>
            <a:endParaRPr b="0" lang="en-US" sz="28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BaseColor Map: </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tabLst>
                <a:tab algn="l" pos="0"/>
              </a:tabLst>
            </a:pPr>
            <a:r>
              <a:rPr b="0" lang="en-US" sz="2000" spc="-1" strike="noStrike">
                <a:solidFill>
                  <a:schemeClr val="dk1">
                    <a:lumMod val="65000"/>
                    <a:lumOff val="35000"/>
                  </a:schemeClr>
                </a:solidFill>
                <a:latin typeface="Corbel"/>
              </a:rPr>
              <a:t> </a:t>
            </a:r>
            <a:r>
              <a:rPr b="0" lang="en-US" sz="2000" spc="-1" strike="noStrike">
                <a:solidFill>
                  <a:schemeClr val="dk1">
                    <a:lumMod val="65000"/>
                    <a:lumOff val="35000"/>
                  </a:schemeClr>
                </a:solidFill>
                <a:latin typeface="Corbel"/>
              </a:rPr>
              <a:t>Reflectance for raw metal is going to be high, in the range of 70-100% specular, which we can map to 180-255 sRGB. </a:t>
            </a:r>
            <a:r>
              <a:rPr b="1" lang="en-US" sz="2000" spc="-1" strike="noStrike">
                <a:solidFill>
                  <a:schemeClr val="dk1">
                    <a:lumMod val="65000"/>
                    <a:lumOff val="35000"/>
                  </a:schemeClr>
                </a:solidFill>
                <a:latin typeface="Corbel"/>
              </a:rPr>
              <a:t>Values that indicate the reflectance values for metals should be obtained from real-world measured values.</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tabLst>
                <a:tab algn="l" pos="0"/>
              </a:tabLst>
            </a:pPr>
            <a:r>
              <a:rPr b="0" lang="en-US" sz="2000" spc="-1" strike="noStrike">
                <a:solidFill>
                  <a:schemeClr val="dk1">
                    <a:lumMod val="65000"/>
                    <a:lumOff val="35000"/>
                  </a:schemeClr>
                </a:solidFill>
                <a:latin typeface="Corbel"/>
              </a:rPr>
              <a:t>Base color should be devoid of lighting information with the exception of micro-occlusion.</a:t>
            </a:r>
            <a:endParaRPr b="0" lang="en-US" sz="2000" spc="-1" strike="noStrike">
              <a:solidFill>
                <a:schemeClr val="dk1">
                  <a:lumMod val="65000"/>
                  <a:lumOff val="35000"/>
                </a:schemeClr>
              </a:solidFill>
              <a:latin typeface="Corbel"/>
            </a:endParaRPr>
          </a:p>
        </p:txBody>
      </p:sp>
      <p:pic>
        <p:nvPicPr>
          <p:cNvPr id="127" name="图片 6" descr=""/>
          <p:cNvPicPr/>
          <p:nvPr/>
        </p:nvPicPr>
        <p:blipFill>
          <a:blip r:embed="rId1"/>
          <a:stretch/>
        </p:blipFill>
        <p:spPr>
          <a:xfrm>
            <a:off x="9628920" y="1537560"/>
            <a:ext cx="1955880" cy="377352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Workflow</a:t>
            </a:r>
            <a:endParaRPr b="0" lang="en-US" sz="3600" spc="-1" strike="noStrike">
              <a:solidFill>
                <a:schemeClr val="dk1"/>
              </a:solidFill>
              <a:latin typeface="Corbel"/>
            </a:endParaRPr>
          </a:p>
        </p:txBody>
      </p:sp>
      <p:sp>
        <p:nvSpPr>
          <p:cNvPr id="129"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800" spc="-1" strike="noStrike">
                <a:solidFill>
                  <a:schemeClr val="dk1">
                    <a:lumMod val="65000"/>
                    <a:lumOff val="35000"/>
                  </a:schemeClr>
                </a:solidFill>
                <a:latin typeface="Corbel"/>
              </a:rPr>
              <a:t>Is the surface METAL? NO</a:t>
            </a:r>
            <a:endParaRPr b="0" lang="en-US" sz="28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BaseColor Map: </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tabLst>
                <a:tab algn="l" pos="0"/>
              </a:tabLst>
            </a:pPr>
            <a:r>
              <a:rPr b="0" lang="en-US" sz="2000" spc="-1" strike="noStrike">
                <a:solidFill>
                  <a:schemeClr val="dk1">
                    <a:lumMod val="65000"/>
                    <a:lumOff val="35000"/>
                  </a:schemeClr>
                </a:solidFill>
                <a:latin typeface="Corbel"/>
              </a:rPr>
              <a:t> </a:t>
            </a:r>
            <a:r>
              <a:rPr b="0" lang="en-US" sz="2000" spc="-1" strike="noStrike">
                <a:solidFill>
                  <a:schemeClr val="dk1">
                    <a:lumMod val="65000"/>
                    <a:lumOff val="35000"/>
                  </a:schemeClr>
                </a:solidFill>
                <a:latin typeface="Corbel"/>
              </a:rPr>
              <a:t>For dark values, you should not go under 30-50 sRGB. The range for dark values could be more tolerant at 30 sRGB and stricter at 50 sRGB. For bright colors, you should not have any values that are higher than 240 sRGB. </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1" lang="en-US" sz="2000" spc="-1" strike="noStrike">
                <a:solidFill>
                  <a:schemeClr val="dk1">
                    <a:lumMod val="65000"/>
                    <a:lumOff val="35000"/>
                  </a:schemeClr>
                </a:solidFill>
                <a:latin typeface="Corbel"/>
              </a:rPr>
              <a:t>For this project</a:t>
            </a:r>
            <a:r>
              <a:rPr b="0" lang="en-US" sz="2000" spc="-1" strike="noStrike">
                <a:solidFill>
                  <a:schemeClr val="dk1">
                    <a:lumMod val="65000"/>
                    <a:lumOff val="35000"/>
                  </a:schemeClr>
                </a:solidFill>
                <a:latin typeface="Corbel"/>
              </a:rPr>
              <a:t>, your range should fall within </a:t>
            </a:r>
            <a:r>
              <a:rPr b="1" lang="en-US" sz="2000" spc="-1" strike="noStrike">
                <a:solidFill>
                  <a:schemeClr val="dk1">
                    <a:lumMod val="65000"/>
                    <a:lumOff val="35000"/>
                  </a:schemeClr>
                </a:solidFill>
                <a:latin typeface="Corbel"/>
              </a:rPr>
              <a:t>30-240 sRGB</a:t>
            </a:r>
            <a:r>
              <a:rPr b="0" lang="en-US" sz="2000" spc="-1" strike="noStrike">
                <a:solidFill>
                  <a:schemeClr val="dk1">
                    <a:lumMod val="65000"/>
                    <a:lumOff val="35000"/>
                  </a:schemeClr>
                </a:solidFill>
                <a:latin typeface="Corbel"/>
              </a:rPr>
              <a:t>, which equals </a:t>
            </a:r>
            <a:r>
              <a:rPr b="1" lang="en-US" sz="2000" spc="-1" strike="noStrike">
                <a:solidFill>
                  <a:schemeClr val="dk1">
                    <a:lumMod val="65000"/>
                    <a:lumOff val="35000"/>
                  </a:schemeClr>
                </a:solidFill>
                <a:latin typeface="Corbel"/>
              </a:rPr>
              <a:t>0.02-0.81</a:t>
            </a:r>
            <a:r>
              <a:rPr b="0" lang="en-US" sz="2000" spc="-1" strike="noStrike">
                <a:solidFill>
                  <a:schemeClr val="dk1">
                    <a:lumMod val="65000"/>
                    <a:lumOff val="35000"/>
                  </a:schemeClr>
                </a:solidFill>
                <a:latin typeface="Corbel"/>
              </a:rPr>
              <a:t> on a linear 0-1 scale. Charcoal has the darkest albedo found in real life, and Fresh Snow has the brightest albedo found in real life</a:t>
            </a: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Workflow</a:t>
            </a:r>
            <a:endParaRPr b="0" lang="en-US" sz="3600" spc="-1" strike="noStrike">
              <a:solidFill>
                <a:schemeClr val="dk1"/>
              </a:solidFill>
              <a:latin typeface="Corbel"/>
            </a:endParaRPr>
          </a:p>
        </p:txBody>
      </p:sp>
      <p:sp>
        <p:nvSpPr>
          <p:cNvPr id="131" name="PlaceHolder 2"/>
          <p:cNvSpPr>
            <a:spLocks noGrp="1"/>
          </p:cNvSpPr>
          <p:nvPr>
            <p:ph/>
          </p:nvPr>
        </p:nvSpPr>
        <p:spPr>
          <a:xfrm>
            <a:off x="3770280" y="429480"/>
            <a:ext cx="7314840" cy="212436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800" spc="-1" strike="noStrike">
                <a:solidFill>
                  <a:schemeClr val="dk1">
                    <a:lumMod val="65000"/>
                    <a:lumOff val="35000"/>
                  </a:schemeClr>
                </a:solidFill>
                <a:latin typeface="Corbel"/>
              </a:rPr>
              <a:t>Is the surface METAL? NO</a:t>
            </a:r>
            <a:endParaRPr b="0" lang="en-US" sz="28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a:solidFill>
                  <a:schemeClr val="dk1">
                    <a:lumMod val="65000"/>
                    <a:lumOff val="35000"/>
                  </a:schemeClr>
                </a:solidFill>
                <a:latin typeface="Corbel"/>
              </a:rPr>
              <a:t>BaseColor Map: </a:t>
            </a:r>
            <a:endParaRPr b="0" lang="en-US" sz="2000" spc="-1" strike="noStrike">
              <a:solidFill>
                <a:schemeClr val="dk1">
                  <a:lumMod val="65000"/>
                  <a:lumOff val="35000"/>
                </a:schemeClr>
              </a:solidFill>
              <a:latin typeface="Corbel"/>
            </a:endParaRPr>
          </a:p>
        </p:txBody>
      </p:sp>
      <p:pic>
        <p:nvPicPr>
          <p:cNvPr id="132" name="图片 4" descr=""/>
          <p:cNvPicPr/>
          <p:nvPr/>
        </p:nvPicPr>
        <p:blipFill>
          <a:blip r:embed="rId1"/>
          <a:stretch/>
        </p:blipFill>
        <p:spPr>
          <a:xfrm>
            <a:off x="3616560" y="2103480"/>
            <a:ext cx="7867800" cy="440028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Workflow</a:t>
            </a:r>
            <a:endParaRPr b="0" lang="en-US" sz="3600" spc="-1" strike="noStrike">
              <a:solidFill>
                <a:schemeClr val="dk1"/>
              </a:solidFill>
              <a:latin typeface="Corbel"/>
            </a:endParaRPr>
          </a:p>
        </p:txBody>
      </p:sp>
      <p:sp>
        <p:nvSpPr>
          <p:cNvPr id="134"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800" spc="-1" strike="noStrike">
                <a:solidFill>
                  <a:schemeClr val="dk1">
                    <a:lumMod val="65000"/>
                    <a:lumOff val="35000"/>
                  </a:schemeClr>
                </a:solidFill>
                <a:latin typeface="Corbel"/>
              </a:rPr>
              <a:t>Is the surface METAL? NO</a:t>
            </a:r>
            <a:endParaRPr b="0" lang="en-US" sz="28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a:solidFill>
                  <a:schemeClr val="dk1">
                    <a:lumMod val="65000"/>
                    <a:lumOff val="35000"/>
                  </a:schemeClr>
                </a:solidFill>
                <a:latin typeface="Corbel"/>
              </a:rPr>
              <a:t>BaseColor Map: </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a:solidFill>
                  <a:schemeClr val="dk1">
                    <a:lumMod val="65000"/>
                    <a:lumOff val="35000"/>
                  </a:schemeClr>
                </a:solidFill>
                <a:latin typeface="Corbel"/>
              </a:rPr>
              <a:t>BaseColor Map should </a:t>
            </a:r>
            <a:r>
              <a:rPr b="1" lang="en-US" sz="2000" spc="-1" strike="noStrike">
                <a:solidFill>
                  <a:schemeClr val="dk1">
                    <a:lumMod val="65000"/>
                    <a:lumOff val="35000"/>
                  </a:schemeClr>
                </a:solidFill>
                <a:latin typeface="Corbel"/>
              </a:rPr>
              <a:t>not</a:t>
            </a:r>
            <a:r>
              <a:rPr b="0" lang="en-US" sz="2000" spc="-1" strike="noStrike">
                <a:solidFill>
                  <a:schemeClr val="dk1">
                    <a:lumMod val="65000"/>
                    <a:lumOff val="35000"/>
                  </a:schemeClr>
                </a:solidFill>
                <a:latin typeface="Corbel"/>
              </a:rPr>
              <a:t> contain any lighting information. There can be exceptions for adding micro-occlusion in cases where the shader would not be able to represent this level of detail with only an ambient occlusion channel.</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Application: pore texture for characters</a:t>
            </a:r>
            <a:endParaRPr b="0" lang="en-US" sz="2000" spc="-1" strike="noStrike">
              <a:solidFill>
                <a:schemeClr val="dk1">
                  <a:lumMod val="65000"/>
                  <a:lumOff val="35000"/>
                </a:schemeClr>
              </a:solidFill>
              <a:latin typeface="Corbel"/>
            </a:endParaRPr>
          </a:p>
        </p:txBody>
      </p:sp>
      <p:pic>
        <p:nvPicPr>
          <p:cNvPr id="135" name="图片 8" descr=""/>
          <p:cNvPicPr/>
          <p:nvPr/>
        </p:nvPicPr>
        <p:blipFill>
          <a:blip r:embed="rId1"/>
          <a:stretch/>
        </p:blipFill>
        <p:spPr>
          <a:xfrm>
            <a:off x="8355600" y="4283280"/>
            <a:ext cx="1015560" cy="101556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Workflow</a:t>
            </a:r>
            <a:endParaRPr b="0" lang="en-US" sz="3600" spc="-1" strike="noStrike">
              <a:solidFill>
                <a:schemeClr val="dk1"/>
              </a:solidFill>
              <a:latin typeface="Corbel"/>
            </a:endParaRPr>
          </a:p>
        </p:txBody>
      </p:sp>
      <p:sp>
        <p:nvSpPr>
          <p:cNvPr id="137"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800" spc="-1" strike="noStrike">
                <a:solidFill>
                  <a:schemeClr val="dk1">
                    <a:lumMod val="65000"/>
                    <a:lumOff val="35000"/>
                  </a:schemeClr>
                </a:solidFill>
                <a:latin typeface="Corbel"/>
              </a:rPr>
              <a:t>Is the surface METAL? NO</a:t>
            </a:r>
            <a:endParaRPr b="0" lang="en-US" sz="28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Metallic Map: 0.0 (black)</a:t>
            </a: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Workflow</a:t>
            </a:r>
            <a:endParaRPr b="0" lang="en-US" sz="3600" spc="-1" strike="noStrike">
              <a:solidFill>
                <a:schemeClr val="dk1"/>
              </a:solidFill>
              <a:latin typeface="Corbel"/>
            </a:endParaRPr>
          </a:p>
        </p:txBody>
      </p:sp>
      <p:sp>
        <p:nvSpPr>
          <p:cNvPr id="139"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indent="0" defTabSz="914400">
              <a:lnSpc>
                <a:spcPct val="90000"/>
              </a:lnSpc>
              <a:spcBef>
                <a:spcPts val="1199"/>
              </a:spcBef>
              <a:buNone/>
              <a:tabLst>
                <a:tab algn="l" pos="0"/>
              </a:tabLst>
            </a:pPr>
            <a:r>
              <a:rPr b="0" lang="en-US" sz="2800" spc="-1" strike="noStrike">
                <a:solidFill>
                  <a:schemeClr val="dk1">
                    <a:lumMod val="65000"/>
                    <a:lumOff val="35000"/>
                  </a:schemeClr>
                </a:solidFill>
                <a:latin typeface="Corbel"/>
              </a:rPr>
              <a:t>For all types of surfaces</a:t>
            </a:r>
            <a:endParaRPr b="0" lang="en-US" sz="28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Roughness Map: black (0.0) represents a smooth surface and white (1.0) represents a rough surface.</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tabLst>
                <a:tab algn="l" pos="0"/>
              </a:tabLst>
            </a:pPr>
            <a:r>
              <a:rPr b="0" lang="en-US" sz="2000" spc="-1" strike="noStrike">
                <a:solidFill>
                  <a:schemeClr val="dk1">
                    <a:lumMod val="65000"/>
                    <a:lumOff val="35000"/>
                  </a:schemeClr>
                </a:solidFill>
                <a:latin typeface="Corbel"/>
              </a:rPr>
              <a:t>The roughness map is the most creative map as it allows the artist to visually define the character of a surface. It allows you to creatively tell a story about the condition of a surface.</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Technically, it is correct to use any value between 0-1 for roughness, but it's worth </a:t>
            </a:r>
            <a:r>
              <a:rPr b="1" lang="en-US" sz="2000" spc="-1" strike="noStrike">
                <a:solidFill>
                  <a:schemeClr val="dk1">
                    <a:lumMod val="65000"/>
                    <a:lumOff val="35000"/>
                  </a:schemeClr>
                </a:solidFill>
                <a:latin typeface="Corbel"/>
              </a:rPr>
              <a:t>avoiding</a:t>
            </a:r>
            <a:r>
              <a:rPr b="0" lang="en-US" sz="2000" spc="-1" strike="noStrike">
                <a:solidFill>
                  <a:schemeClr val="dk1">
                    <a:lumMod val="65000"/>
                    <a:lumOff val="35000"/>
                  </a:schemeClr>
                </a:solidFill>
                <a:latin typeface="Corbel"/>
              </a:rPr>
              <a:t> the hard limit of 0 and 1 for most materials. </a:t>
            </a:r>
            <a:r>
              <a:rPr b="1" lang="en-US" sz="2000" spc="-1" strike="noStrike">
                <a:solidFill>
                  <a:schemeClr val="dk1">
                    <a:lumMod val="65000"/>
                    <a:lumOff val="35000"/>
                  </a:schemeClr>
                </a:solidFill>
                <a:latin typeface="Corbel"/>
              </a:rPr>
              <a:t>Do</a:t>
            </a:r>
            <a:r>
              <a:rPr b="0" lang="en-US" sz="2000" spc="-1" strike="noStrike">
                <a:solidFill>
                  <a:schemeClr val="dk1">
                    <a:lumMod val="65000"/>
                    <a:lumOff val="35000"/>
                  </a:schemeClr>
                </a:solidFill>
                <a:latin typeface="Corbel"/>
              </a:rPr>
              <a:t> check the scene as a whole and </a:t>
            </a:r>
            <a:r>
              <a:rPr b="1" lang="en-US" sz="2000" spc="-1" strike="noStrike">
                <a:solidFill>
                  <a:schemeClr val="dk1">
                    <a:lumMod val="65000"/>
                    <a:lumOff val="35000"/>
                  </a:schemeClr>
                </a:solidFill>
                <a:latin typeface="Corbel"/>
              </a:rPr>
              <a:t>compare</a:t>
            </a:r>
            <a:r>
              <a:rPr b="0" lang="en-US" sz="2000" spc="-1" strike="noStrike">
                <a:solidFill>
                  <a:schemeClr val="dk1">
                    <a:lumMod val="65000"/>
                    <a:lumOff val="35000"/>
                  </a:schemeClr>
                </a:solidFill>
                <a:latin typeface="Corbel"/>
              </a:rPr>
              <a:t> the assets in relation to each other.</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Workflow</a:t>
            </a:r>
            <a:endParaRPr b="0" lang="en-US" sz="3600" spc="-1" strike="noStrike">
              <a:solidFill>
                <a:schemeClr val="dk1"/>
              </a:solidFill>
              <a:latin typeface="Corbel"/>
            </a:endParaRPr>
          </a:p>
        </p:txBody>
      </p:sp>
      <p:sp>
        <p:nvSpPr>
          <p:cNvPr id="141" name="PlaceHolder 2"/>
          <p:cNvSpPr>
            <a:spLocks noGrp="1"/>
          </p:cNvSpPr>
          <p:nvPr>
            <p:ph/>
          </p:nvPr>
        </p:nvSpPr>
        <p:spPr>
          <a:xfrm>
            <a:off x="3715920" y="529560"/>
            <a:ext cx="7314840" cy="2197800"/>
          </a:xfrm>
          <a:prstGeom prst="rect">
            <a:avLst/>
          </a:prstGeom>
          <a:noFill/>
          <a:ln w="0">
            <a:noFill/>
          </a:ln>
        </p:spPr>
        <p:txBody>
          <a:bodyPr lIns="91440" rIns="91440" tIns="45720" bIns="45720" anchor="ctr">
            <a:noAutofit/>
          </a:bodyPr>
          <a:p>
            <a:pPr indent="0" defTabSz="914400">
              <a:lnSpc>
                <a:spcPct val="90000"/>
              </a:lnSpc>
              <a:spcBef>
                <a:spcPts val="1199"/>
              </a:spcBef>
              <a:buNone/>
              <a:tabLst>
                <a:tab algn="l" pos="0"/>
              </a:tabLst>
            </a:pPr>
            <a:r>
              <a:rPr b="0" lang="en-US" sz="2800" spc="-1" strike="noStrike">
                <a:solidFill>
                  <a:schemeClr val="dk1">
                    <a:lumMod val="65000"/>
                    <a:lumOff val="35000"/>
                  </a:schemeClr>
                </a:solidFill>
                <a:latin typeface="Corbel"/>
              </a:rPr>
              <a:t>For all types of surfaces</a:t>
            </a:r>
            <a:endParaRPr b="0" lang="en-US" sz="28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Roughness Map</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Dusty areas should have higher roughness, which means they appear whiter on the roughness map</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endParaRPr b="0" lang="en-US" sz="2000" spc="-1" strike="noStrike">
              <a:solidFill>
                <a:schemeClr val="dk1">
                  <a:lumMod val="65000"/>
                  <a:lumOff val="35000"/>
                </a:schemeClr>
              </a:solidFill>
              <a:latin typeface="Corbel"/>
            </a:endParaRPr>
          </a:p>
        </p:txBody>
      </p:sp>
      <p:pic>
        <p:nvPicPr>
          <p:cNvPr id="142" name="图片 4" descr=""/>
          <p:cNvPicPr/>
          <p:nvPr/>
        </p:nvPicPr>
        <p:blipFill>
          <a:blip r:embed="rId1"/>
          <a:stretch/>
        </p:blipFill>
        <p:spPr>
          <a:xfrm>
            <a:off x="3668760" y="2321640"/>
            <a:ext cx="7848720" cy="400680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1069920" y="1298520"/>
            <a:ext cx="7314840" cy="3254760"/>
          </a:xfrm>
          <a:prstGeom prst="rect">
            <a:avLst/>
          </a:prstGeom>
          <a:noFill/>
          <a:ln w="0">
            <a:noFill/>
          </a:ln>
        </p:spPr>
        <p:txBody>
          <a:bodyPr lIns="91440" rIns="91440" tIns="45720" bIns="45720" anchor="b">
            <a:noAutofit/>
          </a:bodyPr>
          <a:p>
            <a:pPr indent="0" defTabSz="914400">
              <a:lnSpc>
                <a:spcPct val="90000"/>
              </a:lnSpc>
              <a:buNone/>
            </a:pPr>
            <a:r>
              <a:rPr b="0" lang="en-US" sz="5900" spc="-100" strike="noStrike">
                <a:solidFill>
                  <a:srgbClr val="ffffff"/>
                </a:solidFill>
                <a:latin typeface="Corbel"/>
              </a:rPr>
              <a:t>Q&amp;A</a:t>
            </a:r>
            <a:endParaRPr b="0" lang="en-US" sz="5900" spc="-1" strike="noStrike">
              <a:solidFill>
                <a:schemeClr val="dk1"/>
              </a:solidFill>
              <a:latin typeface="Corbel"/>
            </a:endParaRPr>
          </a:p>
        </p:txBody>
      </p:sp>
      <p:sp>
        <p:nvSpPr>
          <p:cNvPr id="144" name="PlaceHolder 2"/>
          <p:cNvSpPr>
            <a:spLocks noGrp="1"/>
          </p:cNvSpPr>
          <p:nvPr>
            <p:ph type="subTitle"/>
          </p:nvPr>
        </p:nvSpPr>
        <p:spPr>
          <a:xfrm>
            <a:off x="1100160" y="4670280"/>
            <a:ext cx="7314840" cy="914040"/>
          </a:xfrm>
          <a:prstGeom prst="rect">
            <a:avLst/>
          </a:prstGeom>
          <a:noFill/>
          <a:ln w="0">
            <a:noFill/>
          </a:ln>
        </p:spPr>
        <p:txBody>
          <a:bodyPr lIns="91440" rIns="91440" tIns="45720" bIns="45720" anchor="t">
            <a:noAutofit/>
          </a:bodyPr>
          <a:p>
            <a:pPr indent="0" algn="ctr">
              <a:buNone/>
            </a:pPr>
            <a:endParaRPr b="0" lang="en-US" sz="2200" spc="-1" strike="noStrike">
              <a:solidFill>
                <a:schemeClr val="accent1">
                  <a:lumMod val="20000"/>
                  <a:lumOff val="80000"/>
                </a:schemeClr>
              </a:solidFill>
              <a:latin typeface="Corbe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Q&amp;A</a:t>
            </a:r>
            <a:endParaRPr b="0" lang="en-US" sz="3600" spc="-1" strike="noStrike">
              <a:solidFill>
                <a:schemeClr val="dk1"/>
              </a:solidFill>
              <a:latin typeface="Corbel"/>
            </a:endParaRPr>
          </a:p>
        </p:txBody>
      </p:sp>
      <p:sp>
        <p:nvSpPr>
          <p:cNvPr id="146"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rmAutofit fontScale="87444"/>
          </a:bodyPr>
          <a:p>
            <a:pPr marL="182880" indent="-182880" defTabSz="914400">
              <a:lnSpc>
                <a:spcPct val="90000"/>
              </a:lnSpc>
              <a:spcBef>
                <a:spcPts val="1199"/>
              </a:spcBef>
              <a:buClr>
                <a:srgbClr val="40bad2"/>
              </a:buClr>
              <a:buFont typeface="Wingdings 2" charset="2"/>
              <a:buChar char=""/>
            </a:pPr>
            <a:r>
              <a:rPr b="1" lang="en-US" sz="2000" spc="-1" strike="noStrike">
                <a:solidFill>
                  <a:schemeClr val="dk1">
                    <a:lumMod val="65000"/>
                    <a:lumOff val="35000"/>
                  </a:schemeClr>
                </a:solidFill>
                <a:latin typeface="Corbel"/>
              </a:rPr>
              <a:t>Q: Should I follow this workflow strictly?</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A: You should normally because each map is guided by physical principles. There may be some minor tweaks based on art direction or project needs, but everything stays within a reasonable range. For some stylized art, it is geared more towards art direction rather than a strictly physical model. It is important to know the principles without being slaves to them.</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tabLst>
                <a:tab algn="l" pos="0"/>
              </a:tabLst>
            </a:pPr>
            <a:r>
              <a:rPr b="1" lang="en-US" sz="2000" spc="-1" strike="noStrike">
                <a:solidFill>
                  <a:schemeClr val="dk1">
                    <a:lumMod val="65000"/>
                    <a:lumOff val="35000"/>
                  </a:schemeClr>
                </a:solidFill>
                <a:latin typeface="Corbel"/>
              </a:rPr>
              <a:t>Q: I’ve noticed there are some other types of maps, like the cavity map, displacement map etc. Do I need to use them?</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A: You only need BaseColor, Metallic, Roughness, Normal, Ambient Occlusion for 95% of materials. These maps are designed for special materials</a:t>
            </a:r>
            <a:r>
              <a:rPr b="0" lang="fr-FR" sz="2000" spc="-1" strike="noStrike">
                <a:solidFill>
                  <a:schemeClr val="dk1">
                    <a:lumMod val="65000"/>
                    <a:lumOff val="35000"/>
                  </a:schemeClr>
                </a:solidFill>
                <a:latin typeface="Corbel"/>
              </a:rPr>
              <a:t> </a:t>
            </a:r>
            <a:r>
              <a:rPr b="0" lang="en-US" sz="2000" spc="-1" strike="noStrike">
                <a:solidFill>
                  <a:schemeClr val="dk1">
                    <a:lumMod val="65000"/>
                    <a:lumOff val="35000"/>
                  </a:schemeClr>
                </a:solidFill>
                <a:latin typeface="Corbel"/>
              </a:rPr>
              <a:t>or visual effects, typically when conventional maps are not sufficient to describe a surface. </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tabLst>
                <a:tab algn="l" pos="0"/>
              </a:tabLst>
            </a:pPr>
            <a:r>
              <a:rPr b="1" lang="en-US" sz="2000" spc="-1" strike="noStrike">
                <a:solidFill>
                  <a:schemeClr val="dk1">
                    <a:lumMod val="65000"/>
                    <a:lumOff val="35000"/>
                  </a:schemeClr>
                </a:solidFill>
                <a:latin typeface="Corbel"/>
              </a:rPr>
              <a:t>Q: How can </a:t>
            </a:r>
            <a:r>
              <a:rPr b="1" lang="fr-FR" sz="2000" spc="-1" strike="noStrike">
                <a:solidFill>
                  <a:schemeClr val="dk1">
                    <a:lumMod val="65000"/>
                    <a:lumOff val="35000"/>
                  </a:schemeClr>
                </a:solidFill>
                <a:latin typeface="Corbel"/>
              </a:rPr>
              <a:t>I l</a:t>
            </a:r>
            <a:r>
              <a:rPr b="1" lang="en-US" sz="2000" spc="-1" strike="noStrike">
                <a:solidFill>
                  <a:schemeClr val="dk1">
                    <a:lumMod val="65000"/>
                    <a:lumOff val="35000"/>
                  </a:schemeClr>
                </a:solidFill>
                <a:latin typeface="Corbel"/>
              </a:rPr>
              <a:t>earn to make texture correctly?</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r>
              <a:rPr b="0" lang="en-US" sz="2000" spc="-1" strike="noStrike">
                <a:solidFill>
                  <a:schemeClr val="dk1">
                    <a:lumMod val="65000"/>
                    <a:lumOff val="35000"/>
                  </a:schemeClr>
                </a:solidFill>
                <a:latin typeface="Corbel"/>
              </a:rPr>
              <a:t>A: As I am not a texture artist, I can not </a:t>
            </a:r>
            <a:r>
              <a:rPr b="0" lang="fr-FR" sz="2000" spc="-1" strike="noStrike">
                <a:solidFill>
                  <a:schemeClr val="dk1">
                    <a:lumMod val="65000"/>
                    <a:lumOff val="35000"/>
                  </a:schemeClr>
                </a:solidFill>
                <a:latin typeface="Corbel"/>
              </a:rPr>
              <a:t>provide specific </a:t>
            </a:r>
            <a:r>
              <a:rPr b="0" lang="en-US" sz="2000" spc="-1" strike="noStrike">
                <a:solidFill>
                  <a:schemeClr val="dk1">
                    <a:lumMod val="65000"/>
                    <a:lumOff val="35000"/>
                  </a:schemeClr>
                </a:solidFill>
                <a:latin typeface="Corbel"/>
              </a:rPr>
              <a:t>artist advice. The best way is to study how others create textures when you are unfamiliar with a surface like watching video tutorials or exploring Unreal Engine asset packs to examine how others handle texture details. The latter is the one I recommend the most.</a:t>
            </a:r>
            <a:endParaRPr b="0" lang="en-US" sz="2000" spc="-1" strike="noStrike">
              <a:solidFill>
                <a:schemeClr val="dk1">
                  <a:lumMod val="65000"/>
                  <a:lumOff val="35000"/>
                </a:schemeClr>
              </a:solidFill>
              <a:latin typeface="Corbel"/>
            </a:endParaRPr>
          </a:p>
          <a:p>
            <a:pPr indent="0" defTabSz="914400">
              <a:lnSpc>
                <a:spcPct val="90000"/>
              </a:lnSpc>
              <a:spcBef>
                <a:spcPts val="1199"/>
              </a:spcBef>
              <a:buNone/>
              <a:tabLst>
                <a:tab algn="l" pos="0"/>
              </a:tabLst>
            </a:pP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1069920" y="1298520"/>
            <a:ext cx="7314840" cy="3254760"/>
          </a:xfrm>
          <a:prstGeom prst="rect">
            <a:avLst/>
          </a:prstGeom>
          <a:noFill/>
          <a:ln w="0">
            <a:noFill/>
          </a:ln>
        </p:spPr>
        <p:txBody>
          <a:bodyPr lIns="91440" rIns="91440" tIns="45720" bIns="45720" anchor="b">
            <a:noAutofit/>
          </a:bodyPr>
          <a:p>
            <a:pPr indent="0" defTabSz="914400">
              <a:lnSpc>
                <a:spcPct val="90000"/>
              </a:lnSpc>
              <a:buNone/>
            </a:pPr>
            <a:r>
              <a:rPr b="0" lang="en-US" sz="5900" spc="-100" strike="noStrike">
                <a:solidFill>
                  <a:srgbClr val="ffffff"/>
                </a:solidFill>
                <a:latin typeface="Corbel"/>
              </a:rPr>
              <a:t>What do I want you to do?</a:t>
            </a:r>
            <a:endParaRPr b="0" lang="en-US" sz="5900" spc="-1" strike="noStrike">
              <a:solidFill>
                <a:schemeClr val="dk1"/>
              </a:solidFill>
              <a:latin typeface="Corbel"/>
            </a:endParaRPr>
          </a:p>
        </p:txBody>
      </p:sp>
      <p:sp>
        <p:nvSpPr>
          <p:cNvPr id="148" name="PlaceHolder 2"/>
          <p:cNvSpPr>
            <a:spLocks noGrp="1"/>
          </p:cNvSpPr>
          <p:nvPr>
            <p:ph type="subTitle"/>
          </p:nvPr>
        </p:nvSpPr>
        <p:spPr>
          <a:xfrm>
            <a:off x="1100160" y="4670280"/>
            <a:ext cx="7314840" cy="914040"/>
          </a:xfrm>
          <a:prstGeom prst="rect">
            <a:avLst/>
          </a:prstGeom>
          <a:noFill/>
          <a:ln w="0">
            <a:noFill/>
          </a:ln>
        </p:spPr>
        <p:txBody>
          <a:bodyPr lIns="91440" rIns="91440" tIns="45720" bIns="45720" anchor="t">
            <a:noAutofit/>
          </a:bodyPr>
          <a:p>
            <a:pPr indent="0" algn="ctr">
              <a:buNone/>
            </a:pPr>
            <a:endParaRPr b="0" lang="en-US" sz="2200" spc="-1" strike="noStrike">
              <a:solidFill>
                <a:schemeClr val="accent1">
                  <a:lumMod val="20000"/>
                  <a:lumOff val="80000"/>
                </a:schemeClr>
              </a:solidFill>
              <a:latin typeface="Corbe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My Advice</a:t>
            </a:r>
            <a:endParaRPr b="0" lang="en-US" sz="3600" spc="-1" strike="noStrike">
              <a:solidFill>
                <a:schemeClr val="dk1"/>
              </a:solidFill>
              <a:latin typeface="Corbel"/>
            </a:endParaRPr>
          </a:p>
        </p:txBody>
      </p:sp>
      <p:sp>
        <p:nvSpPr>
          <p:cNvPr id="150"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000" spc="-1" strike="noStrike">
                <a:solidFill>
                  <a:schemeClr val="dk1">
                    <a:lumMod val="65000"/>
                    <a:lumOff val="35000"/>
                  </a:schemeClr>
                </a:solidFill>
                <a:latin typeface="Corbel"/>
              </a:rPr>
              <a:t>As artists, we need to think differently about the maps that describe the attributes of a surface. Always check every</a:t>
            </a:r>
            <a:r>
              <a:rPr b="0" lang="fr-FR" sz="2000" spc="-1" strike="noStrike">
                <a:solidFill>
                  <a:schemeClr val="dk1">
                    <a:lumMod val="65000"/>
                    <a:lumOff val="35000"/>
                  </a:schemeClr>
                </a:solidFill>
                <a:latin typeface="Corbel"/>
              </a:rPr>
              <a:t> map for accuracy. Be sure to review them under Base Color, Roughness, Metallic and Normal </a:t>
            </a:r>
            <a:r>
              <a:rPr b="1" lang="fr-FR" sz="2000" spc="-1" strike="noStrike">
                <a:solidFill>
                  <a:schemeClr val="dk1">
                    <a:lumMod val="65000"/>
                    <a:lumOff val="35000"/>
                  </a:schemeClr>
                </a:solidFill>
                <a:latin typeface="Corbel"/>
              </a:rPr>
              <a:t>view modes</a:t>
            </a:r>
            <a:r>
              <a:rPr b="0" lang="fr-FR" sz="2000" spc="-1" strike="noStrike">
                <a:solidFill>
                  <a:schemeClr val="dk1">
                    <a:lumMod val="65000"/>
                    <a:lumOff val="35000"/>
                  </a:schemeClr>
                </a:solidFill>
                <a:latin typeface="Corbel"/>
              </a:rPr>
              <a:t>.</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fr-FR" sz="2000" spc="-1" strike="noStrike">
                <a:solidFill>
                  <a:schemeClr val="dk1">
                    <a:lumMod val="65000"/>
                    <a:lumOff val="35000"/>
                  </a:schemeClr>
                </a:solidFill>
                <a:latin typeface="Corbel"/>
              </a:rPr>
              <a:t>Approach your work from a PBR workflow perspective and consider everything  through the textures. For example, a groove in a wooden plank should collect dust. Dust generally has a higher roughness value than wood, so the roughness map in that area should be whiter. Additionally, ensure the groove on the normal map appear </a:t>
            </a:r>
            <a:r>
              <a:rPr b="0" lang="en-US" sz="2000" spc="-1" strike="noStrike">
                <a:solidFill>
                  <a:schemeClr val="dk1">
                    <a:lumMod val="65000"/>
                    <a:lumOff val="35000"/>
                  </a:schemeClr>
                </a:solidFill>
                <a:latin typeface="Corbel"/>
              </a:rPr>
              <a:t>recessed, not raised</a:t>
            </a:r>
            <a:r>
              <a:rPr b="0" lang="fr-FR" sz="2000" spc="-1" strike="noStrike">
                <a:solidFill>
                  <a:schemeClr val="dk1">
                    <a:lumMod val="65000"/>
                    <a:lumOff val="35000"/>
                  </a:schemeClr>
                </a:solidFill>
                <a:latin typeface="Corbel"/>
              </a:rPr>
              <a:t>.</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fr-FR" sz="2000" spc="-1" strike="noStrike">
                <a:solidFill>
                  <a:schemeClr val="dk1">
                    <a:lumMod val="65000"/>
                    <a:lumOff val="35000"/>
                  </a:schemeClr>
                </a:solidFill>
                <a:latin typeface="Corbel"/>
              </a:rPr>
              <a:t>Every proble</a:t>
            </a:r>
            <a:r>
              <a:rPr b="0" lang="en-US" sz="2000" spc="-1" strike="noStrike">
                <a:solidFill>
                  <a:schemeClr val="dk1">
                    <a:lumMod val="65000"/>
                    <a:lumOff val="35000"/>
                  </a:schemeClr>
                </a:solidFill>
                <a:latin typeface="Corbel"/>
              </a:rPr>
              <a:t>m must be solved. Ideally, you would have a senior artist review your work, but since we don’t have one, you’ll rely on your own intuition and judgement. If you notice anything visually incorrect but you do not know the reason, you should ask me. Never assume that “Unreal Engine is just like this” or “I’m a student, so it’s okay if there’s an issue.”</a:t>
            </a: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253080" y="1123920"/>
            <a:ext cx="2946960" cy="4600800"/>
          </a:xfrm>
          <a:prstGeom prst="rect">
            <a:avLst/>
          </a:prstGeom>
          <a:noFill/>
          <a:ln w="0">
            <a:noFill/>
          </a:ln>
        </p:spPr>
        <p:txBody>
          <a:bodyPr lIns="91440" rIns="91440" tIns="45720" bIns="45720" anchor="ctr">
            <a:noAutofit/>
          </a:bodyPr>
          <a:p>
            <a:pPr indent="0" defTabSz="914400">
              <a:lnSpc>
                <a:spcPct val="90000"/>
              </a:lnSpc>
              <a:buNone/>
            </a:pPr>
            <a:r>
              <a:rPr b="0" lang="en-US" sz="3600" spc="-60" strike="noStrike">
                <a:solidFill>
                  <a:srgbClr val="ffffff"/>
                </a:solidFill>
                <a:latin typeface="Corbel"/>
              </a:rPr>
              <a:t>Reference</a:t>
            </a:r>
            <a:endParaRPr b="0" lang="en-US" sz="3600" spc="-1" strike="noStrike">
              <a:solidFill>
                <a:schemeClr val="dk1"/>
              </a:solidFill>
              <a:latin typeface="Corbel"/>
            </a:endParaRPr>
          </a:p>
        </p:txBody>
      </p:sp>
      <p:sp>
        <p:nvSpPr>
          <p:cNvPr id="152" name="PlaceHolder 2"/>
          <p:cNvSpPr>
            <a:spLocks noGrp="1"/>
          </p:cNvSpPr>
          <p:nvPr>
            <p:ph/>
          </p:nvPr>
        </p:nvSpPr>
        <p:spPr>
          <a:xfrm>
            <a:off x="3869280" y="864000"/>
            <a:ext cx="7314840" cy="512028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40bad2"/>
              </a:buClr>
              <a:buFont typeface="Wingdings 2" charset="2"/>
              <a:buChar char=""/>
            </a:pPr>
            <a:r>
              <a:rPr b="0" lang="en-US" sz="2000" spc="-1" strike="noStrike" u="sng">
                <a:solidFill>
                  <a:schemeClr val="dk1">
                    <a:lumMod val="65000"/>
                    <a:lumOff val="35000"/>
                  </a:schemeClr>
                </a:solidFill>
                <a:uFillTx/>
                <a:latin typeface="Corbel"/>
                <a:hlinkClick r:id="rId1"/>
              </a:rPr>
              <a:t>Adobe Learn - Learn Substance 3D Designer The PBR Guide - Part 1</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u="sng">
                <a:solidFill>
                  <a:schemeClr val="dk1">
                    <a:lumMod val="65000"/>
                    <a:lumOff val="35000"/>
                  </a:schemeClr>
                </a:solidFill>
                <a:uFillTx/>
                <a:latin typeface="Corbel"/>
                <a:hlinkClick r:id="rId2"/>
              </a:rPr>
              <a:t>Adobe Learn - Learn Substance 3D Designer The PBR Guide - Part 2</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u="sng">
                <a:solidFill>
                  <a:schemeClr val="dk1">
                    <a:lumMod val="65000"/>
                    <a:lumOff val="35000"/>
                  </a:schemeClr>
                </a:solidFill>
                <a:uFillTx/>
                <a:latin typeface="Corbel"/>
                <a:hlinkClick r:id="rId3"/>
              </a:rPr>
              <a:t>Physically Based Materials in Unreal Engine | Unreal Engine 5.3 Documentation | Epic Developer Community</a:t>
            </a:r>
            <a:endParaRPr b="0" lang="en-US" sz="2000" spc="-1" strike="noStrike">
              <a:solidFill>
                <a:schemeClr val="dk1">
                  <a:lumMod val="65000"/>
                  <a:lumOff val="35000"/>
                </a:schemeClr>
              </a:solidFill>
              <a:latin typeface="Corbel"/>
            </a:endParaRPr>
          </a:p>
          <a:p>
            <a:pPr marL="182880" indent="-182880" defTabSz="914400">
              <a:lnSpc>
                <a:spcPct val="90000"/>
              </a:lnSpc>
              <a:spcBef>
                <a:spcPts val="1199"/>
              </a:spcBef>
              <a:buClr>
                <a:srgbClr val="40bad2"/>
              </a:buClr>
              <a:buFont typeface="Wingdings 2" charset="2"/>
              <a:buChar char=""/>
            </a:pPr>
            <a:r>
              <a:rPr b="0" lang="en-US" sz="2000" spc="-1" strike="noStrike" u="sng">
                <a:solidFill>
                  <a:schemeClr val="dk1">
                    <a:lumMod val="65000"/>
                    <a:lumOff val="35000"/>
                  </a:schemeClr>
                </a:solidFill>
                <a:uFillTx/>
                <a:latin typeface="Corbel"/>
                <a:hlinkClick r:id="rId4"/>
              </a:rPr>
              <a:t>ArtStation</a:t>
            </a:r>
            <a:r>
              <a:rPr b="0" lang="en-US" sz="2000" spc="-1" strike="noStrike" u="sng">
                <a:solidFill>
                  <a:schemeClr val="dk1">
                    <a:lumMod val="65000"/>
                    <a:lumOff val="35000"/>
                  </a:schemeClr>
                </a:solidFill>
                <a:uFillTx/>
                <a:latin typeface="Corbel"/>
                <a:hlinkClick r:id="rId5"/>
              </a:rPr>
              <a:t> - Unreal Engine - PBR Value Checker 2.0</a:t>
            </a:r>
            <a:endParaRPr b="0" lang="en-US" sz="2000" spc="-1" strike="noStrike">
              <a:solidFill>
                <a:schemeClr val="dk1">
                  <a:lumMod val="65000"/>
                  <a:lumOff val="35000"/>
                </a:schemeClr>
              </a:solidFill>
              <a:latin typeface="Corbe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框架">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框架">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框架">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框架">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框架">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框架">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框架">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框架">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框架">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框架">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框架">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TM03457475[[fn=框架]]</Template>
  <TotalTime>3229</TotalTime>
  <Application>LibreOffice/24.2.4.2$Windows_X86_64 LibreOffice_project/51a6219feb6075d9a4c46691dcfe0cd9c4fff3c2</Application>
  <AppVersion>15.0000</AppVersion>
  <Words>1619</Words>
  <Paragraphs>92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2025-04-18T23:23:16Z</dcterms:created>
  <dc:creator>奕 施</dc:creator>
  <dc:description/>
  <dc:language>en-US</dc:language>
  <cp:lastModifiedBy/>
  <dcterms:modified xsi:type="dcterms:W3CDTF">2025-04-22T10:52:28Z</dcterms:modified>
  <cp:revision>13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宽屏</vt:lpwstr>
  </property>
  <property fmtid="{D5CDD505-2E9C-101B-9397-08002B2CF9AE}" pid="3" name="Slides">
    <vt:i4>28</vt:i4>
  </property>
</Properties>
</file>